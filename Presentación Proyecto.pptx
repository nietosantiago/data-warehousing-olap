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8288000" cy="10287000"/>
  <p:notesSz cx="6858000" cy="9144000"/>
  <p:embeddedFontLst>
    <p:embeddedFont>
      <p:font typeface="Merriweather Black" panose="020F0502020204030204" pitchFamily="2" charset="0"/>
      <p:bold r:id="rId13"/>
      <p:boldItalic r:id="rId1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8" roundtripDataSignature="AMtx7mhN3J4OaMMwNn6Hm25I0ArVCInsx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1" d="100"/>
          <a:sy n="71" d="100"/>
        </p:scale>
        <p:origin x="714" y="9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customschemas.google.com/relationships/presentationmetadata" Target="meta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0" name="Google Shape;100;p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2" name="Google Shape;132;p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6" name="Google Shape;146;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g35c1c98a8db_0_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9" name="Google Shape;159;g35c1c98a8db_0_67: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g35c1c98a8db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1" name="Google Shape;171;g35c1c98a8db_0_5: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g35b4f27b0bb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1" name="Google Shape;201;g35b4f27b0bb_0_3: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0" name="Google Shape;230;p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3" name="Google Shape;243;p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6" name="Google Shape;256;p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11"/>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11"/>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1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12"/>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13"/>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13"/>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1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1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1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1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14"/>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14"/>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1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1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1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1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15"/>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15"/>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15"/>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15"/>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1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1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1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1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1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1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1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17"/>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17"/>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17"/>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1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1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1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8"/>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8"/>
          <p:cNvSpPr>
            <a:spLocks noGrp="1"/>
          </p:cNvSpPr>
          <p:nvPr>
            <p:ph type="pic" idx="2"/>
          </p:nvPr>
        </p:nvSpPr>
        <p:spPr>
          <a:xfrm>
            <a:off x="1792288" y="612775"/>
            <a:ext cx="5486400" cy="4114800"/>
          </a:xfrm>
          <a:prstGeom prst="rect">
            <a:avLst/>
          </a:prstGeom>
          <a:noFill/>
          <a:ln>
            <a:noFill/>
          </a:ln>
        </p:spPr>
      </p:sp>
      <p:sp>
        <p:nvSpPr>
          <p:cNvPr id="64" name="Google Shape;64;p18"/>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9"/>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20"/>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20"/>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2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2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2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9"/>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5.jp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rgbClr val="000000"/>
            </a:gs>
            <a:gs pos="100000">
              <a:srgbClr val="5C69F5"/>
            </a:gs>
          </a:gsLst>
          <a:lin ang="2700000" scaled="0"/>
        </a:gradFill>
        <a:effectLst/>
      </p:bgPr>
    </p:bg>
    <p:spTree>
      <p:nvGrpSpPr>
        <p:cNvPr id="1" name="Shape 83"/>
        <p:cNvGrpSpPr/>
        <p:nvPr/>
      </p:nvGrpSpPr>
      <p:grpSpPr>
        <a:xfrm>
          <a:off x="0" y="0"/>
          <a:ext cx="0" cy="0"/>
          <a:chOff x="0" y="0"/>
          <a:chExt cx="0" cy="0"/>
        </a:xfrm>
      </p:grpSpPr>
      <p:sp>
        <p:nvSpPr>
          <p:cNvPr id="84" name="Google Shape;84;p1"/>
          <p:cNvSpPr/>
          <p:nvPr/>
        </p:nvSpPr>
        <p:spPr>
          <a:xfrm>
            <a:off x="-1103384" y="-1675084"/>
            <a:ext cx="6000534" cy="3567590"/>
          </a:xfrm>
          <a:custGeom>
            <a:avLst/>
            <a:gdLst/>
            <a:ahLst/>
            <a:cxnLst/>
            <a:rect l="l" t="t" r="r" b="b"/>
            <a:pathLst>
              <a:path w="6000534" h="3567590" extrusionOk="0">
                <a:moveTo>
                  <a:pt x="0" y="0"/>
                </a:moveTo>
                <a:lnTo>
                  <a:pt x="6000534" y="0"/>
                </a:lnTo>
                <a:lnTo>
                  <a:pt x="6000534" y="3567591"/>
                </a:lnTo>
                <a:lnTo>
                  <a:pt x="0" y="3567591"/>
                </a:lnTo>
                <a:lnTo>
                  <a:pt x="0" y="0"/>
                </a:lnTo>
                <a:close/>
              </a:path>
            </a:pathLst>
          </a:custGeom>
          <a:blipFill rotWithShape="1">
            <a:blip r:embed="rId3">
              <a:alphaModFix/>
            </a:blip>
            <a:stretch>
              <a:fillRect/>
            </a:stretch>
          </a:blipFill>
          <a:ln>
            <a:noFill/>
          </a:ln>
        </p:spPr>
      </p:sp>
      <p:sp>
        <p:nvSpPr>
          <p:cNvPr id="85" name="Google Shape;85;p1"/>
          <p:cNvSpPr/>
          <p:nvPr/>
        </p:nvSpPr>
        <p:spPr>
          <a:xfrm rot="10800000">
            <a:off x="12542441" y="8591206"/>
            <a:ext cx="6000534" cy="3567590"/>
          </a:xfrm>
          <a:custGeom>
            <a:avLst/>
            <a:gdLst/>
            <a:ahLst/>
            <a:cxnLst/>
            <a:rect l="l" t="t" r="r" b="b"/>
            <a:pathLst>
              <a:path w="6000534" h="3567590" extrusionOk="0">
                <a:moveTo>
                  <a:pt x="0" y="0"/>
                </a:moveTo>
                <a:lnTo>
                  <a:pt x="6000534" y="0"/>
                </a:lnTo>
                <a:lnTo>
                  <a:pt x="6000534" y="3567590"/>
                </a:lnTo>
                <a:lnTo>
                  <a:pt x="0" y="3567590"/>
                </a:lnTo>
                <a:lnTo>
                  <a:pt x="0" y="0"/>
                </a:lnTo>
                <a:close/>
              </a:path>
            </a:pathLst>
          </a:custGeom>
          <a:blipFill rotWithShape="1">
            <a:blip r:embed="rId3">
              <a:alphaModFix/>
            </a:blip>
            <a:stretch>
              <a:fillRect/>
            </a:stretch>
          </a:blipFill>
          <a:ln>
            <a:noFill/>
          </a:ln>
        </p:spPr>
      </p:sp>
      <p:sp>
        <p:nvSpPr>
          <p:cNvPr id="86" name="Google Shape;86;p1"/>
          <p:cNvSpPr/>
          <p:nvPr/>
        </p:nvSpPr>
        <p:spPr>
          <a:xfrm>
            <a:off x="-2741048" y="537816"/>
            <a:ext cx="6000534" cy="3567590"/>
          </a:xfrm>
          <a:custGeom>
            <a:avLst/>
            <a:gdLst/>
            <a:ahLst/>
            <a:cxnLst/>
            <a:rect l="l" t="t" r="r" b="b"/>
            <a:pathLst>
              <a:path w="6000534" h="3567590" extrusionOk="0">
                <a:moveTo>
                  <a:pt x="0" y="0"/>
                </a:moveTo>
                <a:lnTo>
                  <a:pt x="6000534" y="0"/>
                </a:lnTo>
                <a:lnTo>
                  <a:pt x="6000534" y="3567590"/>
                </a:lnTo>
                <a:lnTo>
                  <a:pt x="0" y="3567590"/>
                </a:lnTo>
                <a:lnTo>
                  <a:pt x="0" y="0"/>
                </a:lnTo>
                <a:close/>
              </a:path>
            </a:pathLst>
          </a:custGeom>
          <a:blipFill rotWithShape="1">
            <a:blip r:embed="rId3">
              <a:alphaModFix/>
            </a:blip>
            <a:stretch>
              <a:fillRect/>
            </a:stretch>
          </a:blipFill>
          <a:ln>
            <a:noFill/>
          </a:ln>
        </p:spPr>
      </p:sp>
      <p:sp>
        <p:nvSpPr>
          <p:cNvPr id="87" name="Google Shape;87;p1"/>
          <p:cNvSpPr/>
          <p:nvPr/>
        </p:nvSpPr>
        <p:spPr>
          <a:xfrm rot="10800000">
            <a:off x="14180105" y="6181594"/>
            <a:ext cx="6000534" cy="3567590"/>
          </a:xfrm>
          <a:custGeom>
            <a:avLst/>
            <a:gdLst/>
            <a:ahLst/>
            <a:cxnLst/>
            <a:rect l="l" t="t" r="r" b="b"/>
            <a:pathLst>
              <a:path w="6000534" h="3567590" extrusionOk="0">
                <a:moveTo>
                  <a:pt x="0" y="0"/>
                </a:moveTo>
                <a:lnTo>
                  <a:pt x="6000534" y="0"/>
                </a:lnTo>
                <a:lnTo>
                  <a:pt x="6000534" y="3567590"/>
                </a:lnTo>
                <a:lnTo>
                  <a:pt x="0" y="3567590"/>
                </a:lnTo>
                <a:lnTo>
                  <a:pt x="0" y="0"/>
                </a:lnTo>
                <a:close/>
              </a:path>
            </a:pathLst>
          </a:custGeom>
          <a:blipFill rotWithShape="1">
            <a:blip r:embed="rId3">
              <a:alphaModFix/>
            </a:blip>
            <a:stretch>
              <a:fillRect/>
            </a:stretch>
          </a:blipFill>
          <a:ln>
            <a:noFill/>
          </a:ln>
        </p:spPr>
      </p:sp>
      <p:sp>
        <p:nvSpPr>
          <p:cNvPr id="88" name="Google Shape;88;p1"/>
          <p:cNvSpPr/>
          <p:nvPr/>
        </p:nvSpPr>
        <p:spPr>
          <a:xfrm>
            <a:off x="-2904533" y="-494599"/>
            <a:ext cx="5081972" cy="3021463"/>
          </a:xfrm>
          <a:custGeom>
            <a:avLst/>
            <a:gdLst/>
            <a:ahLst/>
            <a:cxnLst/>
            <a:rect l="l" t="t" r="r" b="b"/>
            <a:pathLst>
              <a:path w="5081972" h="3021463" extrusionOk="0">
                <a:moveTo>
                  <a:pt x="0" y="0"/>
                </a:moveTo>
                <a:lnTo>
                  <a:pt x="5081972" y="0"/>
                </a:lnTo>
                <a:lnTo>
                  <a:pt x="5081972" y="3021464"/>
                </a:lnTo>
                <a:lnTo>
                  <a:pt x="0" y="3021464"/>
                </a:lnTo>
                <a:lnTo>
                  <a:pt x="0" y="0"/>
                </a:lnTo>
                <a:close/>
              </a:path>
            </a:pathLst>
          </a:custGeom>
          <a:blipFill rotWithShape="1">
            <a:blip r:embed="rId3">
              <a:alphaModFix/>
            </a:blip>
            <a:stretch>
              <a:fillRect/>
            </a:stretch>
          </a:blipFill>
          <a:ln>
            <a:noFill/>
          </a:ln>
        </p:spPr>
      </p:sp>
      <p:sp>
        <p:nvSpPr>
          <p:cNvPr id="89" name="Google Shape;89;p1"/>
          <p:cNvSpPr/>
          <p:nvPr/>
        </p:nvSpPr>
        <p:spPr>
          <a:xfrm>
            <a:off x="-3275713" y="4625635"/>
            <a:ext cx="5081972" cy="3021463"/>
          </a:xfrm>
          <a:custGeom>
            <a:avLst/>
            <a:gdLst/>
            <a:ahLst/>
            <a:cxnLst/>
            <a:rect l="l" t="t" r="r" b="b"/>
            <a:pathLst>
              <a:path w="5081972" h="3021463" extrusionOk="0">
                <a:moveTo>
                  <a:pt x="0" y="0"/>
                </a:moveTo>
                <a:lnTo>
                  <a:pt x="5081972" y="0"/>
                </a:lnTo>
                <a:lnTo>
                  <a:pt x="5081972" y="3021463"/>
                </a:lnTo>
                <a:lnTo>
                  <a:pt x="0" y="3021463"/>
                </a:lnTo>
                <a:lnTo>
                  <a:pt x="0" y="0"/>
                </a:lnTo>
                <a:close/>
              </a:path>
            </a:pathLst>
          </a:custGeom>
          <a:blipFill rotWithShape="1">
            <a:blip r:embed="rId3">
              <a:alphaModFix/>
            </a:blip>
            <a:stretch>
              <a:fillRect/>
            </a:stretch>
          </a:blipFill>
          <a:ln>
            <a:noFill/>
          </a:ln>
        </p:spPr>
      </p:sp>
      <p:sp>
        <p:nvSpPr>
          <p:cNvPr id="90" name="Google Shape;90;p1"/>
          <p:cNvSpPr/>
          <p:nvPr/>
        </p:nvSpPr>
        <p:spPr>
          <a:xfrm rot="10800000">
            <a:off x="14960748" y="7760135"/>
            <a:ext cx="5081972" cy="3021463"/>
          </a:xfrm>
          <a:custGeom>
            <a:avLst/>
            <a:gdLst/>
            <a:ahLst/>
            <a:cxnLst/>
            <a:rect l="l" t="t" r="r" b="b"/>
            <a:pathLst>
              <a:path w="5081972" h="3021463" extrusionOk="0">
                <a:moveTo>
                  <a:pt x="0" y="0"/>
                </a:moveTo>
                <a:lnTo>
                  <a:pt x="5081972" y="0"/>
                </a:lnTo>
                <a:lnTo>
                  <a:pt x="5081972" y="3021464"/>
                </a:lnTo>
                <a:lnTo>
                  <a:pt x="0" y="3021464"/>
                </a:lnTo>
                <a:lnTo>
                  <a:pt x="0" y="0"/>
                </a:lnTo>
                <a:close/>
              </a:path>
            </a:pathLst>
          </a:custGeom>
          <a:blipFill rotWithShape="1">
            <a:blip r:embed="rId3">
              <a:alphaModFix/>
            </a:blip>
            <a:stretch>
              <a:fillRect/>
            </a:stretch>
          </a:blipFill>
          <a:ln>
            <a:noFill/>
          </a:ln>
        </p:spPr>
      </p:sp>
      <p:sp>
        <p:nvSpPr>
          <p:cNvPr id="91" name="Google Shape;91;p1"/>
          <p:cNvSpPr/>
          <p:nvPr/>
        </p:nvSpPr>
        <p:spPr>
          <a:xfrm rot="10800000">
            <a:off x="16481741" y="2654155"/>
            <a:ext cx="5081972" cy="3021463"/>
          </a:xfrm>
          <a:custGeom>
            <a:avLst/>
            <a:gdLst/>
            <a:ahLst/>
            <a:cxnLst/>
            <a:rect l="l" t="t" r="r" b="b"/>
            <a:pathLst>
              <a:path w="5081972" h="3021463" extrusionOk="0">
                <a:moveTo>
                  <a:pt x="0" y="0"/>
                </a:moveTo>
                <a:lnTo>
                  <a:pt x="5081972" y="0"/>
                </a:lnTo>
                <a:lnTo>
                  <a:pt x="5081972" y="3021464"/>
                </a:lnTo>
                <a:lnTo>
                  <a:pt x="0" y="3021464"/>
                </a:lnTo>
                <a:lnTo>
                  <a:pt x="0" y="0"/>
                </a:lnTo>
                <a:close/>
              </a:path>
            </a:pathLst>
          </a:custGeom>
          <a:blipFill rotWithShape="1">
            <a:blip r:embed="rId3">
              <a:alphaModFix/>
            </a:blip>
            <a:stretch>
              <a:fillRect/>
            </a:stretch>
          </a:blipFill>
          <a:ln>
            <a:noFill/>
          </a:ln>
        </p:spPr>
      </p:sp>
      <p:grpSp>
        <p:nvGrpSpPr>
          <p:cNvPr id="92" name="Google Shape;92;p1"/>
          <p:cNvGrpSpPr/>
          <p:nvPr/>
        </p:nvGrpSpPr>
        <p:grpSpPr>
          <a:xfrm>
            <a:off x="5317201" y="8775650"/>
            <a:ext cx="7225250" cy="751157"/>
            <a:chOff x="0" y="-9525"/>
            <a:chExt cx="1356880" cy="141065"/>
          </a:xfrm>
        </p:grpSpPr>
        <p:sp>
          <p:nvSpPr>
            <p:cNvPr id="93" name="Google Shape;93;p1"/>
            <p:cNvSpPr/>
            <p:nvPr/>
          </p:nvSpPr>
          <p:spPr>
            <a:xfrm>
              <a:off x="0" y="0"/>
              <a:ext cx="1356880" cy="131540"/>
            </a:xfrm>
            <a:custGeom>
              <a:avLst/>
              <a:gdLst/>
              <a:ahLst/>
              <a:cxnLst/>
              <a:rect l="l" t="t" r="r" b="b"/>
              <a:pathLst>
                <a:path w="1356880" h="131540" extrusionOk="0">
                  <a:moveTo>
                    <a:pt x="65770" y="0"/>
                  </a:moveTo>
                  <a:lnTo>
                    <a:pt x="1291110" y="0"/>
                  </a:lnTo>
                  <a:cubicBezTo>
                    <a:pt x="1327434" y="0"/>
                    <a:pt x="1356880" y="29446"/>
                    <a:pt x="1356880" y="65770"/>
                  </a:cubicBezTo>
                  <a:lnTo>
                    <a:pt x="1356880" y="65770"/>
                  </a:lnTo>
                  <a:cubicBezTo>
                    <a:pt x="1356880" y="83213"/>
                    <a:pt x="1349951" y="99942"/>
                    <a:pt x="1337617" y="112276"/>
                  </a:cubicBezTo>
                  <a:cubicBezTo>
                    <a:pt x="1325283" y="124611"/>
                    <a:pt x="1308554" y="131540"/>
                    <a:pt x="1291110" y="131540"/>
                  </a:cubicBezTo>
                  <a:lnTo>
                    <a:pt x="65770" y="131540"/>
                  </a:lnTo>
                  <a:cubicBezTo>
                    <a:pt x="29446" y="131540"/>
                    <a:pt x="0" y="102094"/>
                    <a:pt x="0" y="65770"/>
                  </a:cubicBezTo>
                  <a:lnTo>
                    <a:pt x="0" y="65770"/>
                  </a:lnTo>
                  <a:cubicBezTo>
                    <a:pt x="0" y="29446"/>
                    <a:pt x="29446" y="0"/>
                    <a:pt x="65770" y="0"/>
                  </a:cubicBezTo>
                  <a:close/>
                </a:path>
              </a:pathLst>
            </a:custGeom>
            <a:solidFill>
              <a:srgbClr val="5666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1"/>
            <p:cNvSpPr txBox="1"/>
            <p:nvPr/>
          </p:nvSpPr>
          <p:spPr>
            <a:xfrm>
              <a:off x="0" y="-9525"/>
              <a:ext cx="1356880" cy="141065"/>
            </a:xfrm>
            <a:prstGeom prst="rect">
              <a:avLst/>
            </a:prstGeom>
            <a:noFill/>
            <a:ln>
              <a:noFill/>
            </a:ln>
          </p:spPr>
          <p:txBody>
            <a:bodyPr spcFirstLastPara="1" wrap="square" lIns="31900" tIns="31900" rIns="31900" bIns="31900" anchor="ctr" anchorCtr="0">
              <a:noAutofit/>
            </a:bodyPr>
            <a:lstStyle/>
            <a:p>
              <a:pPr marL="0" marR="0" lvl="0" indent="0" algn="ctr" rtl="0">
                <a:lnSpc>
                  <a:spcPct val="76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95" name="Google Shape;95;p1"/>
          <p:cNvSpPr/>
          <p:nvPr/>
        </p:nvSpPr>
        <p:spPr>
          <a:xfrm>
            <a:off x="7316988" y="1016133"/>
            <a:ext cx="4025203" cy="1983932"/>
          </a:xfrm>
          <a:custGeom>
            <a:avLst/>
            <a:gdLst/>
            <a:ahLst/>
            <a:cxnLst/>
            <a:rect l="l" t="t" r="r" b="b"/>
            <a:pathLst>
              <a:path w="4025203" h="1983932" extrusionOk="0">
                <a:moveTo>
                  <a:pt x="0" y="0"/>
                </a:moveTo>
                <a:lnTo>
                  <a:pt x="4025203" y="0"/>
                </a:lnTo>
                <a:lnTo>
                  <a:pt x="4025203" y="1983932"/>
                </a:lnTo>
                <a:lnTo>
                  <a:pt x="0" y="1983932"/>
                </a:lnTo>
                <a:lnTo>
                  <a:pt x="0" y="0"/>
                </a:lnTo>
                <a:close/>
              </a:path>
            </a:pathLst>
          </a:custGeom>
          <a:blipFill rotWithShape="1">
            <a:blip r:embed="rId4">
              <a:alphaModFix/>
            </a:blip>
            <a:stretch>
              <a:fillRect/>
            </a:stretch>
          </a:blipFill>
          <a:ln>
            <a:noFill/>
          </a:ln>
        </p:spPr>
      </p:sp>
      <p:sp>
        <p:nvSpPr>
          <p:cNvPr id="96" name="Google Shape;96;p1"/>
          <p:cNvSpPr txBox="1"/>
          <p:nvPr/>
        </p:nvSpPr>
        <p:spPr>
          <a:xfrm>
            <a:off x="4518355" y="3186803"/>
            <a:ext cx="9622500" cy="4864200"/>
          </a:xfrm>
          <a:prstGeom prst="rect">
            <a:avLst/>
          </a:prstGeom>
          <a:noFill/>
          <a:ln>
            <a:noFill/>
          </a:ln>
        </p:spPr>
        <p:txBody>
          <a:bodyPr spcFirstLastPara="1" wrap="square" lIns="0" tIns="0" rIns="0" bIns="0" anchor="t" anchorCtr="0">
            <a:spAutoFit/>
          </a:bodyPr>
          <a:lstStyle/>
          <a:p>
            <a:pPr marL="0" marR="0" lvl="0" indent="0" algn="ctr" rtl="0">
              <a:lnSpc>
                <a:spcPct val="94003"/>
              </a:lnSpc>
              <a:spcBef>
                <a:spcPts val="0"/>
              </a:spcBef>
              <a:spcAft>
                <a:spcPts val="0"/>
              </a:spcAft>
              <a:buNone/>
            </a:pPr>
            <a:r>
              <a:rPr lang="en-US" sz="11206" b="1" i="0" u="none" strike="noStrike" cap="none">
                <a:solidFill>
                  <a:srgbClr val="FFFFFF"/>
                </a:solidFill>
                <a:latin typeface="Arial"/>
                <a:ea typeface="Arial"/>
                <a:cs typeface="Arial"/>
                <a:sym typeface="Arial"/>
              </a:rPr>
              <a:t>Data Warehousing &amp; OLAP</a:t>
            </a:r>
            <a:endParaRPr/>
          </a:p>
        </p:txBody>
      </p:sp>
      <p:sp>
        <p:nvSpPr>
          <p:cNvPr id="97" name="Google Shape;97;p1"/>
          <p:cNvSpPr txBox="1"/>
          <p:nvPr/>
        </p:nvSpPr>
        <p:spPr>
          <a:xfrm>
            <a:off x="6097152" y="8949629"/>
            <a:ext cx="5244900" cy="403200"/>
          </a:xfrm>
          <a:prstGeom prst="rect">
            <a:avLst/>
          </a:prstGeom>
          <a:noFill/>
          <a:ln>
            <a:noFill/>
          </a:ln>
        </p:spPr>
        <p:txBody>
          <a:bodyPr spcFirstLastPara="1" wrap="square" lIns="0" tIns="0" rIns="0" bIns="0" anchor="t" anchorCtr="0">
            <a:spAutoFit/>
          </a:bodyPr>
          <a:lstStyle/>
          <a:p>
            <a:pPr marL="0" marR="0" lvl="0" indent="0" algn="ctr" rtl="0">
              <a:lnSpc>
                <a:spcPct val="94007"/>
              </a:lnSpc>
              <a:spcBef>
                <a:spcPts val="0"/>
              </a:spcBef>
              <a:spcAft>
                <a:spcPts val="0"/>
              </a:spcAft>
              <a:buNone/>
            </a:pPr>
            <a:r>
              <a:rPr lang="en-US" sz="2787" b="1" i="0" u="none" strike="noStrike" cap="none">
                <a:solidFill>
                  <a:srgbClr val="E4E5EC"/>
                </a:solidFill>
                <a:latin typeface="Arial"/>
                <a:ea typeface="Arial"/>
                <a:cs typeface="Arial"/>
                <a:sym typeface="Arial"/>
              </a:rPr>
              <a:t>PROPUESTA DE PROYECTO</a:t>
            </a:r>
            <a:endParaRPr b="1"/>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D1D2DB"/>
        </a:solidFill>
        <a:effectLst/>
      </p:bgPr>
    </p:bg>
    <p:spTree>
      <p:nvGrpSpPr>
        <p:cNvPr id="1" name="Shape 101"/>
        <p:cNvGrpSpPr/>
        <p:nvPr/>
      </p:nvGrpSpPr>
      <p:grpSpPr>
        <a:xfrm>
          <a:off x="0" y="0"/>
          <a:ext cx="0" cy="0"/>
          <a:chOff x="0" y="0"/>
          <a:chExt cx="0" cy="0"/>
        </a:xfrm>
      </p:grpSpPr>
      <p:grpSp>
        <p:nvGrpSpPr>
          <p:cNvPr id="102" name="Google Shape;102;p2"/>
          <p:cNvGrpSpPr/>
          <p:nvPr/>
        </p:nvGrpSpPr>
        <p:grpSpPr>
          <a:xfrm>
            <a:off x="2725388" y="1695661"/>
            <a:ext cx="1070406" cy="297543"/>
            <a:chOff x="0" y="-9525"/>
            <a:chExt cx="484642" cy="134717"/>
          </a:xfrm>
        </p:grpSpPr>
        <p:sp>
          <p:nvSpPr>
            <p:cNvPr id="103" name="Google Shape;103;p2"/>
            <p:cNvSpPr/>
            <p:nvPr/>
          </p:nvSpPr>
          <p:spPr>
            <a:xfrm>
              <a:off x="0" y="0"/>
              <a:ext cx="484642" cy="125192"/>
            </a:xfrm>
            <a:custGeom>
              <a:avLst/>
              <a:gdLst/>
              <a:ahLst/>
              <a:cxnLst/>
              <a:rect l="l" t="t" r="r" b="b"/>
              <a:pathLst>
                <a:path w="484642" h="125192" extrusionOk="0">
                  <a:moveTo>
                    <a:pt x="62596" y="0"/>
                  </a:moveTo>
                  <a:lnTo>
                    <a:pt x="422046" y="0"/>
                  </a:lnTo>
                  <a:cubicBezTo>
                    <a:pt x="456617" y="0"/>
                    <a:pt x="484642" y="28025"/>
                    <a:pt x="484642" y="62596"/>
                  </a:cubicBezTo>
                  <a:lnTo>
                    <a:pt x="484642" y="62596"/>
                  </a:lnTo>
                  <a:cubicBezTo>
                    <a:pt x="484642" y="97167"/>
                    <a:pt x="456617" y="125192"/>
                    <a:pt x="422046" y="125192"/>
                  </a:cubicBezTo>
                  <a:lnTo>
                    <a:pt x="62596" y="125192"/>
                  </a:lnTo>
                  <a:cubicBezTo>
                    <a:pt x="28025" y="125192"/>
                    <a:pt x="0" y="97167"/>
                    <a:pt x="0" y="62596"/>
                  </a:cubicBezTo>
                  <a:lnTo>
                    <a:pt x="0" y="62596"/>
                  </a:lnTo>
                  <a:cubicBezTo>
                    <a:pt x="0" y="28025"/>
                    <a:pt x="28025" y="0"/>
                    <a:pt x="62596" y="0"/>
                  </a:cubicBezTo>
                  <a:close/>
                </a:path>
              </a:pathLst>
            </a:custGeom>
            <a:solidFill>
              <a:srgbClr val="15193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2"/>
            <p:cNvSpPr txBox="1"/>
            <p:nvPr/>
          </p:nvSpPr>
          <p:spPr>
            <a:xfrm>
              <a:off x="0" y="-9525"/>
              <a:ext cx="484642" cy="134717"/>
            </a:xfrm>
            <a:prstGeom prst="rect">
              <a:avLst/>
            </a:prstGeom>
            <a:noFill/>
            <a:ln>
              <a:noFill/>
            </a:ln>
          </p:spPr>
          <p:txBody>
            <a:bodyPr spcFirstLastPara="1" wrap="square" lIns="31900" tIns="31900" rIns="31900" bIns="31900" anchor="ctr" anchorCtr="0">
              <a:noAutofit/>
            </a:bodyPr>
            <a:lstStyle/>
            <a:p>
              <a:pPr marL="0" marR="0" lvl="0" indent="0" algn="ctr" rtl="0">
                <a:lnSpc>
                  <a:spcPct val="76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05" name="Google Shape;105;p2"/>
          <p:cNvSpPr/>
          <p:nvPr/>
        </p:nvSpPr>
        <p:spPr>
          <a:xfrm>
            <a:off x="-178431" y="-230885"/>
            <a:ext cx="18644862" cy="8466714"/>
          </a:xfrm>
          <a:custGeom>
            <a:avLst/>
            <a:gdLst/>
            <a:ahLst/>
            <a:cxnLst/>
            <a:rect l="l" t="t" r="r" b="b"/>
            <a:pathLst>
              <a:path w="18644862" h="8466714" extrusionOk="0">
                <a:moveTo>
                  <a:pt x="0" y="0"/>
                </a:moveTo>
                <a:lnTo>
                  <a:pt x="18644862" y="0"/>
                </a:lnTo>
                <a:lnTo>
                  <a:pt x="18644862" y="8466714"/>
                </a:lnTo>
                <a:lnTo>
                  <a:pt x="0" y="8466714"/>
                </a:lnTo>
                <a:lnTo>
                  <a:pt x="0" y="0"/>
                </a:lnTo>
                <a:close/>
              </a:path>
            </a:pathLst>
          </a:custGeom>
          <a:blipFill rotWithShape="1">
            <a:blip r:embed="rId3">
              <a:alphaModFix/>
            </a:blip>
            <a:stretch>
              <a:fillRect t="-120210"/>
            </a:stretch>
          </a:blipFill>
          <a:ln>
            <a:noFill/>
          </a:ln>
        </p:spPr>
      </p:sp>
      <p:grpSp>
        <p:nvGrpSpPr>
          <p:cNvPr id="106" name="Google Shape;106;p2"/>
          <p:cNvGrpSpPr/>
          <p:nvPr/>
        </p:nvGrpSpPr>
        <p:grpSpPr>
          <a:xfrm>
            <a:off x="-764550" y="868913"/>
            <a:ext cx="16672461" cy="8374317"/>
            <a:chOff x="0" y="-38100"/>
            <a:chExt cx="4391072" cy="2205567"/>
          </a:xfrm>
        </p:grpSpPr>
        <p:sp>
          <p:nvSpPr>
            <p:cNvPr id="107" name="Google Shape;107;p2"/>
            <p:cNvSpPr/>
            <p:nvPr/>
          </p:nvSpPr>
          <p:spPr>
            <a:xfrm>
              <a:off x="0" y="0"/>
              <a:ext cx="4391072" cy="2167467"/>
            </a:xfrm>
            <a:custGeom>
              <a:avLst/>
              <a:gdLst/>
              <a:ahLst/>
              <a:cxnLst/>
              <a:rect l="l" t="t" r="r" b="b"/>
              <a:pathLst>
                <a:path w="4391072" h="2167467" extrusionOk="0">
                  <a:moveTo>
                    <a:pt x="14859" y="0"/>
                  </a:moveTo>
                  <a:lnTo>
                    <a:pt x="4376212" y="0"/>
                  </a:lnTo>
                  <a:cubicBezTo>
                    <a:pt x="4380153" y="0"/>
                    <a:pt x="4383933" y="1566"/>
                    <a:pt x="4386719" y="4352"/>
                  </a:cubicBezTo>
                  <a:cubicBezTo>
                    <a:pt x="4389506" y="7139"/>
                    <a:pt x="4391072" y="10918"/>
                    <a:pt x="4391072" y="14859"/>
                  </a:cubicBezTo>
                  <a:lnTo>
                    <a:pt x="4391072" y="2152607"/>
                  </a:lnTo>
                  <a:cubicBezTo>
                    <a:pt x="4391072" y="2160814"/>
                    <a:pt x="4384419" y="2167467"/>
                    <a:pt x="4376212" y="2167467"/>
                  </a:cubicBezTo>
                  <a:lnTo>
                    <a:pt x="14859" y="2167467"/>
                  </a:lnTo>
                  <a:cubicBezTo>
                    <a:pt x="10918" y="2167467"/>
                    <a:pt x="7139" y="2165901"/>
                    <a:pt x="4352" y="2163114"/>
                  </a:cubicBezTo>
                  <a:cubicBezTo>
                    <a:pt x="1566" y="2160328"/>
                    <a:pt x="0" y="2156548"/>
                    <a:pt x="0" y="2152607"/>
                  </a:cubicBezTo>
                  <a:lnTo>
                    <a:pt x="0" y="14859"/>
                  </a:lnTo>
                  <a:cubicBezTo>
                    <a:pt x="0" y="10918"/>
                    <a:pt x="1566" y="7139"/>
                    <a:pt x="4352" y="4352"/>
                  </a:cubicBezTo>
                  <a:cubicBezTo>
                    <a:pt x="7139" y="1566"/>
                    <a:pt x="10918" y="0"/>
                    <a:pt x="14859" y="0"/>
                  </a:cubicBezTo>
                  <a:close/>
                </a:path>
              </a:pathLst>
            </a:custGeom>
            <a:solidFill>
              <a:srgbClr val="E4E5E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2"/>
            <p:cNvSpPr txBox="1"/>
            <p:nvPr/>
          </p:nvSpPr>
          <p:spPr>
            <a:xfrm>
              <a:off x="0" y="-38100"/>
              <a:ext cx="4391071" cy="2205567"/>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09" name="Google Shape;109;p2"/>
          <p:cNvSpPr txBox="1"/>
          <p:nvPr/>
        </p:nvSpPr>
        <p:spPr>
          <a:xfrm>
            <a:off x="5589201" y="2496600"/>
            <a:ext cx="5378100" cy="932400"/>
          </a:xfrm>
          <a:prstGeom prst="rect">
            <a:avLst/>
          </a:prstGeom>
          <a:noFill/>
          <a:ln>
            <a:noFill/>
          </a:ln>
        </p:spPr>
        <p:txBody>
          <a:bodyPr spcFirstLastPara="1" wrap="square" lIns="0" tIns="0" rIns="0" bIns="0" anchor="t" anchorCtr="0">
            <a:spAutoFit/>
          </a:bodyPr>
          <a:lstStyle/>
          <a:p>
            <a:pPr marL="0" marR="0" lvl="0" indent="0" algn="l" rtl="0">
              <a:lnSpc>
                <a:spcPct val="94009"/>
              </a:lnSpc>
              <a:spcBef>
                <a:spcPts val="0"/>
              </a:spcBef>
              <a:spcAft>
                <a:spcPts val="0"/>
              </a:spcAft>
              <a:buNone/>
            </a:pPr>
            <a:r>
              <a:rPr lang="en-US" sz="6444" i="0" u="none" strike="noStrike" cap="none">
                <a:solidFill>
                  <a:srgbClr val="15193E"/>
                </a:solidFill>
                <a:latin typeface="Merriweather Black"/>
                <a:ea typeface="Merriweather Black"/>
                <a:cs typeface="Merriweather Black"/>
                <a:sym typeface="Merriweather Black"/>
              </a:rPr>
              <a:t>CONTENIDO</a:t>
            </a:r>
            <a:endParaRPr>
              <a:latin typeface="Merriweather Black"/>
              <a:ea typeface="Merriweather Black"/>
              <a:cs typeface="Merriweather Black"/>
              <a:sym typeface="Merriweather Black"/>
            </a:endParaRPr>
          </a:p>
        </p:txBody>
      </p:sp>
      <p:sp>
        <p:nvSpPr>
          <p:cNvPr id="110" name="Google Shape;110;p2"/>
          <p:cNvSpPr txBox="1"/>
          <p:nvPr/>
        </p:nvSpPr>
        <p:spPr>
          <a:xfrm>
            <a:off x="1206067" y="4595571"/>
            <a:ext cx="722100" cy="444000"/>
          </a:xfrm>
          <a:prstGeom prst="rect">
            <a:avLst/>
          </a:prstGeom>
          <a:noFill/>
          <a:ln>
            <a:noFill/>
          </a:ln>
        </p:spPr>
        <p:txBody>
          <a:bodyPr spcFirstLastPara="1" wrap="square" lIns="0" tIns="0" rIns="0" bIns="0" anchor="t" anchorCtr="0">
            <a:spAutoFit/>
          </a:bodyPr>
          <a:lstStyle/>
          <a:p>
            <a:pPr marL="0" marR="0" lvl="0" indent="0" algn="l" rtl="0">
              <a:lnSpc>
                <a:spcPct val="102981"/>
              </a:lnSpc>
              <a:spcBef>
                <a:spcPts val="0"/>
              </a:spcBef>
              <a:spcAft>
                <a:spcPts val="0"/>
              </a:spcAft>
              <a:buNone/>
            </a:pPr>
            <a:r>
              <a:rPr lang="en-US" sz="2884" b="1" i="0" u="none" strike="noStrike" cap="none">
                <a:solidFill>
                  <a:srgbClr val="5666F8"/>
                </a:solidFill>
                <a:latin typeface="Ultra"/>
                <a:ea typeface="Ultra"/>
                <a:cs typeface="Ultra"/>
                <a:sym typeface="Ultra"/>
              </a:rPr>
              <a:t>01</a:t>
            </a:r>
            <a:endParaRPr/>
          </a:p>
        </p:txBody>
      </p:sp>
      <p:sp>
        <p:nvSpPr>
          <p:cNvPr id="111" name="Google Shape;111;p2"/>
          <p:cNvSpPr txBox="1"/>
          <p:nvPr/>
        </p:nvSpPr>
        <p:spPr>
          <a:xfrm>
            <a:off x="8245794" y="5968319"/>
            <a:ext cx="722100" cy="444000"/>
          </a:xfrm>
          <a:prstGeom prst="rect">
            <a:avLst/>
          </a:prstGeom>
          <a:noFill/>
          <a:ln>
            <a:noFill/>
          </a:ln>
        </p:spPr>
        <p:txBody>
          <a:bodyPr spcFirstLastPara="1" wrap="square" lIns="0" tIns="0" rIns="0" bIns="0" anchor="t" anchorCtr="0">
            <a:spAutoFit/>
          </a:bodyPr>
          <a:lstStyle/>
          <a:p>
            <a:pPr marL="0" marR="0" lvl="0" indent="0" algn="l" rtl="0">
              <a:lnSpc>
                <a:spcPct val="102981"/>
              </a:lnSpc>
              <a:spcBef>
                <a:spcPts val="0"/>
              </a:spcBef>
              <a:spcAft>
                <a:spcPts val="0"/>
              </a:spcAft>
              <a:buNone/>
            </a:pPr>
            <a:r>
              <a:rPr lang="en-US" sz="2884" b="1" i="0" u="none" strike="noStrike" cap="none">
                <a:solidFill>
                  <a:srgbClr val="5666F8"/>
                </a:solidFill>
                <a:latin typeface="Ultra"/>
                <a:ea typeface="Ultra"/>
                <a:cs typeface="Ultra"/>
                <a:sym typeface="Ultra"/>
              </a:rPr>
              <a:t>07</a:t>
            </a:r>
            <a:endParaRPr/>
          </a:p>
        </p:txBody>
      </p:sp>
      <p:sp>
        <p:nvSpPr>
          <p:cNvPr id="112" name="Google Shape;112;p2"/>
          <p:cNvSpPr txBox="1"/>
          <p:nvPr/>
        </p:nvSpPr>
        <p:spPr>
          <a:xfrm>
            <a:off x="1210867" y="5912552"/>
            <a:ext cx="722100" cy="444000"/>
          </a:xfrm>
          <a:prstGeom prst="rect">
            <a:avLst/>
          </a:prstGeom>
          <a:noFill/>
          <a:ln>
            <a:noFill/>
          </a:ln>
        </p:spPr>
        <p:txBody>
          <a:bodyPr spcFirstLastPara="1" wrap="square" lIns="0" tIns="0" rIns="0" bIns="0" anchor="t" anchorCtr="0">
            <a:spAutoFit/>
          </a:bodyPr>
          <a:lstStyle/>
          <a:p>
            <a:pPr marL="0" marR="0" lvl="0" indent="0" algn="l" rtl="0">
              <a:lnSpc>
                <a:spcPct val="102981"/>
              </a:lnSpc>
              <a:spcBef>
                <a:spcPts val="0"/>
              </a:spcBef>
              <a:spcAft>
                <a:spcPts val="0"/>
              </a:spcAft>
              <a:buNone/>
            </a:pPr>
            <a:r>
              <a:rPr lang="en-US" sz="2884" b="1" i="0" u="none" strike="noStrike" cap="none">
                <a:solidFill>
                  <a:srgbClr val="5666F8"/>
                </a:solidFill>
                <a:latin typeface="Ultra"/>
                <a:ea typeface="Ultra"/>
                <a:cs typeface="Ultra"/>
                <a:sym typeface="Ultra"/>
              </a:rPr>
              <a:t>03</a:t>
            </a:r>
            <a:endParaRPr/>
          </a:p>
        </p:txBody>
      </p:sp>
      <p:sp>
        <p:nvSpPr>
          <p:cNvPr id="113" name="Google Shape;113;p2"/>
          <p:cNvSpPr txBox="1"/>
          <p:nvPr/>
        </p:nvSpPr>
        <p:spPr>
          <a:xfrm>
            <a:off x="8155069" y="4595720"/>
            <a:ext cx="722100" cy="444000"/>
          </a:xfrm>
          <a:prstGeom prst="rect">
            <a:avLst/>
          </a:prstGeom>
          <a:noFill/>
          <a:ln>
            <a:noFill/>
          </a:ln>
        </p:spPr>
        <p:txBody>
          <a:bodyPr spcFirstLastPara="1" wrap="square" lIns="0" tIns="0" rIns="0" bIns="0" anchor="t" anchorCtr="0">
            <a:spAutoFit/>
          </a:bodyPr>
          <a:lstStyle/>
          <a:p>
            <a:pPr marL="0" marR="0" lvl="0" indent="0" algn="l" rtl="0">
              <a:lnSpc>
                <a:spcPct val="102981"/>
              </a:lnSpc>
              <a:spcBef>
                <a:spcPts val="0"/>
              </a:spcBef>
              <a:spcAft>
                <a:spcPts val="0"/>
              </a:spcAft>
              <a:buNone/>
            </a:pPr>
            <a:r>
              <a:rPr lang="en-US" sz="2884" b="1" i="0" u="none" strike="noStrike" cap="none">
                <a:solidFill>
                  <a:srgbClr val="5666F8"/>
                </a:solidFill>
                <a:latin typeface="Ultra"/>
                <a:ea typeface="Ultra"/>
                <a:cs typeface="Ultra"/>
                <a:sym typeface="Ultra"/>
              </a:rPr>
              <a:t>05</a:t>
            </a:r>
            <a:endParaRPr/>
          </a:p>
        </p:txBody>
      </p:sp>
      <p:sp>
        <p:nvSpPr>
          <p:cNvPr id="114" name="Google Shape;114;p2"/>
          <p:cNvSpPr txBox="1"/>
          <p:nvPr/>
        </p:nvSpPr>
        <p:spPr>
          <a:xfrm>
            <a:off x="1206067" y="5324929"/>
            <a:ext cx="722100" cy="444000"/>
          </a:xfrm>
          <a:prstGeom prst="rect">
            <a:avLst/>
          </a:prstGeom>
          <a:noFill/>
          <a:ln>
            <a:noFill/>
          </a:ln>
        </p:spPr>
        <p:txBody>
          <a:bodyPr spcFirstLastPara="1" wrap="square" lIns="0" tIns="0" rIns="0" bIns="0" anchor="t" anchorCtr="0">
            <a:spAutoFit/>
          </a:bodyPr>
          <a:lstStyle/>
          <a:p>
            <a:pPr marL="0" marR="0" lvl="0" indent="0" algn="l" rtl="0">
              <a:lnSpc>
                <a:spcPct val="102981"/>
              </a:lnSpc>
              <a:spcBef>
                <a:spcPts val="0"/>
              </a:spcBef>
              <a:spcAft>
                <a:spcPts val="0"/>
              </a:spcAft>
              <a:buNone/>
            </a:pPr>
            <a:r>
              <a:rPr lang="en-US" sz="2884" b="1" i="0" u="none" strike="noStrike" cap="none">
                <a:solidFill>
                  <a:srgbClr val="5666F8"/>
                </a:solidFill>
                <a:latin typeface="Ultra"/>
                <a:ea typeface="Ultra"/>
                <a:cs typeface="Ultra"/>
                <a:sym typeface="Ultra"/>
              </a:rPr>
              <a:t>02</a:t>
            </a:r>
            <a:endParaRPr/>
          </a:p>
        </p:txBody>
      </p:sp>
      <p:sp>
        <p:nvSpPr>
          <p:cNvPr id="115" name="Google Shape;115;p2"/>
          <p:cNvSpPr txBox="1"/>
          <p:nvPr/>
        </p:nvSpPr>
        <p:spPr>
          <a:xfrm>
            <a:off x="8155082" y="6689177"/>
            <a:ext cx="722100" cy="444000"/>
          </a:xfrm>
          <a:prstGeom prst="rect">
            <a:avLst/>
          </a:prstGeom>
          <a:noFill/>
          <a:ln>
            <a:noFill/>
          </a:ln>
        </p:spPr>
        <p:txBody>
          <a:bodyPr spcFirstLastPara="1" wrap="square" lIns="0" tIns="0" rIns="0" bIns="0" anchor="t" anchorCtr="0">
            <a:spAutoFit/>
          </a:bodyPr>
          <a:lstStyle/>
          <a:p>
            <a:pPr marL="0" marR="0" lvl="0" indent="0" algn="l" rtl="0">
              <a:lnSpc>
                <a:spcPct val="102981"/>
              </a:lnSpc>
              <a:spcBef>
                <a:spcPts val="0"/>
              </a:spcBef>
              <a:spcAft>
                <a:spcPts val="0"/>
              </a:spcAft>
              <a:buNone/>
            </a:pPr>
            <a:r>
              <a:rPr lang="en-US" sz="2884" b="1" i="0" u="none" strike="noStrike" cap="none">
                <a:solidFill>
                  <a:srgbClr val="5666F8"/>
                </a:solidFill>
                <a:latin typeface="Ultra"/>
                <a:ea typeface="Ultra"/>
                <a:cs typeface="Ultra"/>
                <a:sym typeface="Ultra"/>
              </a:rPr>
              <a:t>08</a:t>
            </a:r>
            <a:endParaRPr/>
          </a:p>
        </p:txBody>
      </p:sp>
      <p:sp>
        <p:nvSpPr>
          <p:cNvPr id="116" name="Google Shape;116;p2"/>
          <p:cNvSpPr txBox="1"/>
          <p:nvPr/>
        </p:nvSpPr>
        <p:spPr>
          <a:xfrm>
            <a:off x="1206067" y="6611698"/>
            <a:ext cx="722100" cy="444000"/>
          </a:xfrm>
          <a:prstGeom prst="rect">
            <a:avLst/>
          </a:prstGeom>
          <a:noFill/>
          <a:ln>
            <a:noFill/>
          </a:ln>
        </p:spPr>
        <p:txBody>
          <a:bodyPr spcFirstLastPara="1" wrap="square" lIns="0" tIns="0" rIns="0" bIns="0" anchor="t" anchorCtr="0">
            <a:spAutoFit/>
          </a:bodyPr>
          <a:lstStyle/>
          <a:p>
            <a:pPr marL="0" marR="0" lvl="0" indent="0" algn="l" rtl="0">
              <a:lnSpc>
                <a:spcPct val="102981"/>
              </a:lnSpc>
              <a:spcBef>
                <a:spcPts val="0"/>
              </a:spcBef>
              <a:spcAft>
                <a:spcPts val="0"/>
              </a:spcAft>
              <a:buNone/>
            </a:pPr>
            <a:r>
              <a:rPr lang="en-US" sz="2884" b="1" i="0" u="none" strike="noStrike" cap="none">
                <a:solidFill>
                  <a:srgbClr val="5666F8"/>
                </a:solidFill>
                <a:latin typeface="Ultra"/>
                <a:ea typeface="Ultra"/>
                <a:cs typeface="Ultra"/>
                <a:sym typeface="Ultra"/>
              </a:rPr>
              <a:t>04</a:t>
            </a:r>
            <a:endParaRPr/>
          </a:p>
        </p:txBody>
      </p:sp>
      <p:sp>
        <p:nvSpPr>
          <p:cNvPr id="117" name="Google Shape;117;p2"/>
          <p:cNvSpPr txBox="1"/>
          <p:nvPr/>
        </p:nvSpPr>
        <p:spPr>
          <a:xfrm>
            <a:off x="8155069" y="5325566"/>
            <a:ext cx="722100" cy="444000"/>
          </a:xfrm>
          <a:prstGeom prst="rect">
            <a:avLst/>
          </a:prstGeom>
          <a:noFill/>
          <a:ln>
            <a:noFill/>
          </a:ln>
        </p:spPr>
        <p:txBody>
          <a:bodyPr spcFirstLastPara="1" wrap="square" lIns="0" tIns="0" rIns="0" bIns="0" anchor="t" anchorCtr="0">
            <a:spAutoFit/>
          </a:bodyPr>
          <a:lstStyle/>
          <a:p>
            <a:pPr marL="0" marR="0" lvl="0" indent="0" algn="l" rtl="0">
              <a:lnSpc>
                <a:spcPct val="102981"/>
              </a:lnSpc>
              <a:spcBef>
                <a:spcPts val="0"/>
              </a:spcBef>
              <a:spcAft>
                <a:spcPts val="0"/>
              </a:spcAft>
              <a:buNone/>
            </a:pPr>
            <a:r>
              <a:rPr lang="en-US" sz="2884" b="1" i="0" u="none" strike="noStrike" cap="none">
                <a:solidFill>
                  <a:srgbClr val="5666F8"/>
                </a:solidFill>
                <a:latin typeface="Ultra"/>
                <a:ea typeface="Ultra"/>
                <a:cs typeface="Ultra"/>
                <a:sym typeface="Ultra"/>
              </a:rPr>
              <a:t>06</a:t>
            </a:r>
            <a:endParaRPr/>
          </a:p>
        </p:txBody>
      </p:sp>
      <p:sp>
        <p:nvSpPr>
          <p:cNvPr id="118" name="Google Shape;118;p2"/>
          <p:cNvSpPr txBox="1"/>
          <p:nvPr/>
        </p:nvSpPr>
        <p:spPr>
          <a:xfrm>
            <a:off x="1932982" y="4595575"/>
            <a:ext cx="1374900" cy="444000"/>
          </a:xfrm>
          <a:prstGeom prst="rect">
            <a:avLst/>
          </a:prstGeom>
          <a:noFill/>
          <a:ln>
            <a:noFill/>
          </a:ln>
        </p:spPr>
        <p:txBody>
          <a:bodyPr spcFirstLastPara="1" wrap="square" lIns="0" tIns="0" rIns="0" bIns="0" anchor="t" anchorCtr="0">
            <a:spAutoFit/>
          </a:bodyPr>
          <a:lstStyle/>
          <a:p>
            <a:pPr marL="0" marR="0" lvl="0" indent="0" algn="l" rtl="0">
              <a:lnSpc>
                <a:spcPct val="102981"/>
              </a:lnSpc>
              <a:spcBef>
                <a:spcPts val="0"/>
              </a:spcBef>
              <a:spcAft>
                <a:spcPts val="0"/>
              </a:spcAft>
              <a:buNone/>
            </a:pPr>
            <a:r>
              <a:rPr lang="en-US" sz="2884" b="0" i="0" u="none" strike="noStrike" cap="none">
                <a:solidFill>
                  <a:srgbClr val="15193E"/>
                </a:solidFill>
                <a:latin typeface="Arial"/>
                <a:ea typeface="Arial"/>
                <a:cs typeface="Arial"/>
                <a:sym typeface="Arial"/>
              </a:rPr>
              <a:t>INDICE</a:t>
            </a:r>
            <a:endParaRPr/>
          </a:p>
        </p:txBody>
      </p:sp>
      <p:sp>
        <p:nvSpPr>
          <p:cNvPr id="119" name="Google Shape;119;p2"/>
          <p:cNvSpPr txBox="1"/>
          <p:nvPr/>
        </p:nvSpPr>
        <p:spPr>
          <a:xfrm>
            <a:off x="8967901" y="5968325"/>
            <a:ext cx="4625400" cy="444000"/>
          </a:xfrm>
          <a:prstGeom prst="rect">
            <a:avLst/>
          </a:prstGeom>
          <a:noFill/>
          <a:ln>
            <a:noFill/>
          </a:ln>
        </p:spPr>
        <p:txBody>
          <a:bodyPr spcFirstLastPara="1" wrap="square" lIns="0" tIns="0" rIns="0" bIns="0" anchor="t" anchorCtr="0">
            <a:spAutoFit/>
          </a:bodyPr>
          <a:lstStyle/>
          <a:p>
            <a:pPr marL="0" marR="0" lvl="0" indent="0" algn="l" rtl="0">
              <a:lnSpc>
                <a:spcPct val="102981"/>
              </a:lnSpc>
              <a:spcBef>
                <a:spcPts val="0"/>
              </a:spcBef>
              <a:spcAft>
                <a:spcPts val="0"/>
              </a:spcAft>
              <a:buNone/>
            </a:pPr>
            <a:r>
              <a:rPr lang="en-US" sz="2884" b="0" i="0" u="none" strike="noStrike" cap="none">
                <a:solidFill>
                  <a:srgbClr val="15193E"/>
                </a:solidFill>
                <a:latin typeface="Arial"/>
                <a:ea typeface="Arial"/>
                <a:cs typeface="Arial"/>
                <a:sym typeface="Arial"/>
              </a:rPr>
              <a:t>DIAGRAMA CONCEPTUAL</a:t>
            </a:r>
            <a:endParaRPr/>
          </a:p>
        </p:txBody>
      </p:sp>
      <p:sp>
        <p:nvSpPr>
          <p:cNvPr id="120" name="Google Shape;120;p2"/>
          <p:cNvSpPr txBox="1"/>
          <p:nvPr/>
        </p:nvSpPr>
        <p:spPr>
          <a:xfrm>
            <a:off x="1928176" y="5968325"/>
            <a:ext cx="5162700" cy="444000"/>
          </a:xfrm>
          <a:prstGeom prst="rect">
            <a:avLst/>
          </a:prstGeom>
          <a:noFill/>
          <a:ln>
            <a:noFill/>
          </a:ln>
        </p:spPr>
        <p:txBody>
          <a:bodyPr spcFirstLastPara="1" wrap="square" lIns="0" tIns="0" rIns="0" bIns="0" anchor="t" anchorCtr="0">
            <a:spAutoFit/>
          </a:bodyPr>
          <a:lstStyle/>
          <a:p>
            <a:pPr marL="0" marR="0" lvl="0" indent="0" algn="l" rtl="0">
              <a:lnSpc>
                <a:spcPct val="102981"/>
              </a:lnSpc>
              <a:spcBef>
                <a:spcPts val="0"/>
              </a:spcBef>
              <a:spcAft>
                <a:spcPts val="0"/>
              </a:spcAft>
              <a:buNone/>
            </a:pPr>
            <a:r>
              <a:rPr lang="en-US" sz="2884" b="0" i="0" u="none" strike="noStrike" cap="none">
                <a:solidFill>
                  <a:srgbClr val="15193E"/>
                </a:solidFill>
                <a:latin typeface="Arial"/>
                <a:ea typeface="Arial"/>
                <a:cs typeface="Arial"/>
                <a:sym typeface="Arial"/>
              </a:rPr>
              <a:t>DEFINICIÓN DEL PROBLEMA</a:t>
            </a:r>
            <a:endParaRPr/>
          </a:p>
        </p:txBody>
      </p:sp>
      <p:sp>
        <p:nvSpPr>
          <p:cNvPr id="121" name="Google Shape;121;p2"/>
          <p:cNvSpPr txBox="1"/>
          <p:nvPr/>
        </p:nvSpPr>
        <p:spPr>
          <a:xfrm>
            <a:off x="8967901" y="4592150"/>
            <a:ext cx="4896300" cy="444000"/>
          </a:xfrm>
          <a:prstGeom prst="rect">
            <a:avLst/>
          </a:prstGeom>
          <a:noFill/>
          <a:ln>
            <a:noFill/>
          </a:ln>
        </p:spPr>
        <p:txBody>
          <a:bodyPr spcFirstLastPara="1" wrap="square" lIns="0" tIns="0" rIns="0" bIns="0" anchor="t" anchorCtr="0">
            <a:spAutoFit/>
          </a:bodyPr>
          <a:lstStyle/>
          <a:p>
            <a:pPr marL="0" marR="0" lvl="0" indent="0" algn="l" rtl="0">
              <a:lnSpc>
                <a:spcPct val="102981"/>
              </a:lnSpc>
              <a:spcBef>
                <a:spcPts val="0"/>
              </a:spcBef>
              <a:spcAft>
                <a:spcPts val="0"/>
              </a:spcAft>
              <a:buNone/>
            </a:pPr>
            <a:r>
              <a:rPr lang="en-US" sz="2884" b="0" i="0" u="none" strike="noStrike" cap="none">
                <a:solidFill>
                  <a:srgbClr val="15193E"/>
                </a:solidFill>
                <a:latin typeface="Arial"/>
                <a:ea typeface="Arial"/>
                <a:cs typeface="Arial"/>
                <a:sym typeface="Arial"/>
              </a:rPr>
              <a:t>OBJETIVOS SECUNDARIOS</a:t>
            </a:r>
            <a:endParaRPr/>
          </a:p>
        </p:txBody>
      </p:sp>
      <p:sp>
        <p:nvSpPr>
          <p:cNvPr id="122" name="Google Shape;122;p2"/>
          <p:cNvSpPr txBox="1"/>
          <p:nvPr/>
        </p:nvSpPr>
        <p:spPr>
          <a:xfrm>
            <a:off x="1928181" y="5324925"/>
            <a:ext cx="2245800" cy="444000"/>
          </a:xfrm>
          <a:prstGeom prst="rect">
            <a:avLst/>
          </a:prstGeom>
          <a:noFill/>
          <a:ln>
            <a:noFill/>
          </a:ln>
        </p:spPr>
        <p:txBody>
          <a:bodyPr spcFirstLastPara="1" wrap="square" lIns="0" tIns="0" rIns="0" bIns="0" anchor="t" anchorCtr="0">
            <a:spAutoFit/>
          </a:bodyPr>
          <a:lstStyle/>
          <a:p>
            <a:pPr marL="0" marR="0" lvl="0" indent="0" algn="l" rtl="0">
              <a:lnSpc>
                <a:spcPct val="102981"/>
              </a:lnSpc>
              <a:spcBef>
                <a:spcPts val="0"/>
              </a:spcBef>
              <a:spcAft>
                <a:spcPts val="0"/>
              </a:spcAft>
              <a:buNone/>
            </a:pPr>
            <a:r>
              <a:rPr lang="en-US" sz="2884" b="0" i="0" u="none" strike="noStrike" cap="none">
                <a:solidFill>
                  <a:srgbClr val="15193E"/>
                </a:solidFill>
                <a:latin typeface="Arial"/>
                <a:ea typeface="Arial"/>
                <a:cs typeface="Arial"/>
                <a:sym typeface="Arial"/>
              </a:rPr>
              <a:t>CONTEXTO</a:t>
            </a:r>
            <a:endParaRPr/>
          </a:p>
        </p:txBody>
      </p:sp>
      <p:sp>
        <p:nvSpPr>
          <p:cNvPr id="123" name="Google Shape;123;p2"/>
          <p:cNvSpPr txBox="1"/>
          <p:nvPr/>
        </p:nvSpPr>
        <p:spPr>
          <a:xfrm>
            <a:off x="8967904" y="6678000"/>
            <a:ext cx="3340200" cy="444000"/>
          </a:xfrm>
          <a:prstGeom prst="rect">
            <a:avLst/>
          </a:prstGeom>
          <a:noFill/>
          <a:ln>
            <a:noFill/>
          </a:ln>
        </p:spPr>
        <p:txBody>
          <a:bodyPr spcFirstLastPara="1" wrap="square" lIns="0" tIns="0" rIns="0" bIns="0" anchor="t" anchorCtr="0">
            <a:spAutoFit/>
          </a:bodyPr>
          <a:lstStyle/>
          <a:p>
            <a:pPr marL="0" marR="0" lvl="0" indent="0" algn="l" rtl="0">
              <a:lnSpc>
                <a:spcPct val="102981"/>
              </a:lnSpc>
              <a:spcBef>
                <a:spcPts val="0"/>
              </a:spcBef>
              <a:spcAft>
                <a:spcPts val="0"/>
              </a:spcAft>
              <a:buNone/>
            </a:pPr>
            <a:r>
              <a:rPr lang="en-US" sz="2884" b="0" i="0" u="none" strike="noStrike" cap="none">
                <a:solidFill>
                  <a:srgbClr val="15193E"/>
                </a:solidFill>
                <a:latin typeface="Arial"/>
                <a:ea typeface="Arial"/>
                <a:cs typeface="Arial"/>
                <a:sym typeface="Arial"/>
              </a:rPr>
              <a:t>DIAGAMA LÓGICO</a:t>
            </a:r>
            <a:endParaRPr/>
          </a:p>
        </p:txBody>
      </p:sp>
      <p:sp>
        <p:nvSpPr>
          <p:cNvPr id="124" name="Google Shape;124;p2"/>
          <p:cNvSpPr txBox="1"/>
          <p:nvPr/>
        </p:nvSpPr>
        <p:spPr>
          <a:xfrm>
            <a:off x="1932978" y="6611725"/>
            <a:ext cx="4029900" cy="444000"/>
          </a:xfrm>
          <a:prstGeom prst="rect">
            <a:avLst/>
          </a:prstGeom>
          <a:noFill/>
          <a:ln>
            <a:noFill/>
          </a:ln>
        </p:spPr>
        <p:txBody>
          <a:bodyPr spcFirstLastPara="1" wrap="square" lIns="0" tIns="0" rIns="0" bIns="0" anchor="t" anchorCtr="0">
            <a:spAutoFit/>
          </a:bodyPr>
          <a:lstStyle/>
          <a:p>
            <a:pPr marL="0" marR="0" lvl="0" indent="0" algn="l" rtl="0">
              <a:lnSpc>
                <a:spcPct val="102981"/>
              </a:lnSpc>
              <a:spcBef>
                <a:spcPts val="0"/>
              </a:spcBef>
              <a:spcAft>
                <a:spcPts val="0"/>
              </a:spcAft>
              <a:buNone/>
            </a:pPr>
            <a:r>
              <a:rPr lang="en-US" sz="2884" b="0" i="0" u="none" strike="noStrike" cap="none">
                <a:solidFill>
                  <a:srgbClr val="15193E"/>
                </a:solidFill>
                <a:latin typeface="Arial"/>
                <a:ea typeface="Arial"/>
                <a:cs typeface="Arial"/>
                <a:sym typeface="Arial"/>
              </a:rPr>
              <a:t>OBJETIVO PRINCIPAL</a:t>
            </a:r>
            <a:endParaRPr/>
          </a:p>
        </p:txBody>
      </p:sp>
      <p:sp>
        <p:nvSpPr>
          <p:cNvPr id="125" name="Google Shape;125;p2"/>
          <p:cNvSpPr txBox="1"/>
          <p:nvPr/>
        </p:nvSpPr>
        <p:spPr>
          <a:xfrm>
            <a:off x="8967906" y="5258650"/>
            <a:ext cx="2327100" cy="444000"/>
          </a:xfrm>
          <a:prstGeom prst="rect">
            <a:avLst/>
          </a:prstGeom>
          <a:noFill/>
          <a:ln>
            <a:noFill/>
          </a:ln>
        </p:spPr>
        <p:txBody>
          <a:bodyPr spcFirstLastPara="1" wrap="square" lIns="0" tIns="0" rIns="0" bIns="0" anchor="t" anchorCtr="0">
            <a:spAutoFit/>
          </a:bodyPr>
          <a:lstStyle/>
          <a:p>
            <a:pPr marL="0" marR="0" lvl="0" indent="0" algn="l" rtl="0">
              <a:lnSpc>
                <a:spcPct val="102981"/>
              </a:lnSpc>
              <a:spcBef>
                <a:spcPts val="0"/>
              </a:spcBef>
              <a:spcAft>
                <a:spcPts val="0"/>
              </a:spcAft>
              <a:buNone/>
            </a:pPr>
            <a:r>
              <a:rPr lang="en-US" sz="2884" b="0" i="0" u="none" strike="noStrike" cap="none">
                <a:solidFill>
                  <a:srgbClr val="15193E"/>
                </a:solidFill>
                <a:latin typeface="Arial"/>
                <a:ea typeface="Arial"/>
                <a:cs typeface="Arial"/>
                <a:sym typeface="Arial"/>
              </a:rPr>
              <a:t>CONSULTAS</a:t>
            </a:r>
            <a:endParaRPr/>
          </a:p>
        </p:txBody>
      </p:sp>
      <p:sp>
        <p:nvSpPr>
          <p:cNvPr id="126" name="Google Shape;126;p2"/>
          <p:cNvSpPr/>
          <p:nvPr/>
        </p:nvSpPr>
        <p:spPr>
          <a:xfrm>
            <a:off x="-651470" y="-757964"/>
            <a:ext cx="3655283" cy="2173232"/>
          </a:xfrm>
          <a:custGeom>
            <a:avLst/>
            <a:gdLst/>
            <a:ahLst/>
            <a:cxnLst/>
            <a:rect l="l" t="t" r="r" b="b"/>
            <a:pathLst>
              <a:path w="3655283" h="2173232" extrusionOk="0">
                <a:moveTo>
                  <a:pt x="0" y="0"/>
                </a:moveTo>
                <a:lnTo>
                  <a:pt x="3655283" y="0"/>
                </a:lnTo>
                <a:lnTo>
                  <a:pt x="3655283" y="2173232"/>
                </a:lnTo>
                <a:lnTo>
                  <a:pt x="0" y="2173232"/>
                </a:lnTo>
                <a:lnTo>
                  <a:pt x="0" y="0"/>
                </a:lnTo>
                <a:close/>
              </a:path>
            </a:pathLst>
          </a:custGeom>
          <a:blipFill rotWithShape="1">
            <a:blip r:embed="rId4">
              <a:alphaModFix/>
            </a:blip>
            <a:stretch>
              <a:fillRect/>
            </a:stretch>
          </a:blipFill>
          <a:ln>
            <a:noFill/>
          </a:ln>
        </p:spPr>
      </p:sp>
      <p:sp>
        <p:nvSpPr>
          <p:cNvPr id="127" name="Google Shape;127;p2"/>
          <p:cNvSpPr/>
          <p:nvPr/>
        </p:nvSpPr>
        <p:spPr>
          <a:xfrm>
            <a:off x="-1394806" y="659463"/>
            <a:ext cx="3484317" cy="2071585"/>
          </a:xfrm>
          <a:custGeom>
            <a:avLst/>
            <a:gdLst/>
            <a:ahLst/>
            <a:cxnLst/>
            <a:rect l="l" t="t" r="r" b="b"/>
            <a:pathLst>
              <a:path w="3484317" h="2071585" extrusionOk="0">
                <a:moveTo>
                  <a:pt x="0" y="0"/>
                </a:moveTo>
                <a:lnTo>
                  <a:pt x="3484317" y="0"/>
                </a:lnTo>
                <a:lnTo>
                  <a:pt x="3484317" y="2071585"/>
                </a:lnTo>
                <a:lnTo>
                  <a:pt x="0" y="2071585"/>
                </a:lnTo>
                <a:lnTo>
                  <a:pt x="0" y="0"/>
                </a:lnTo>
                <a:close/>
              </a:path>
            </a:pathLst>
          </a:custGeom>
          <a:blipFill rotWithShape="1">
            <a:blip r:embed="rId4">
              <a:alphaModFix/>
            </a:blip>
            <a:stretch>
              <a:fillRect/>
            </a:stretch>
          </a:blipFill>
          <a:ln>
            <a:noFill/>
          </a:ln>
        </p:spPr>
      </p:sp>
      <p:sp>
        <p:nvSpPr>
          <p:cNvPr id="128" name="Google Shape;128;p2"/>
          <p:cNvSpPr/>
          <p:nvPr/>
        </p:nvSpPr>
        <p:spPr>
          <a:xfrm>
            <a:off x="15113293" y="8973379"/>
            <a:ext cx="3484317" cy="2071585"/>
          </a:xfrm>
          <a:custGeom>
            <a:avLst/>
            <a:gdLst/>
            <a:ahLst/>
            <a:cxnLst/>
            <a:rect l="l" t="t" r="r" b="b"/>
            <a:pathLst>
              <a:path w="3484317" h="2071585" extrusionOk="0">
                <a:moveTo>
                  <a:pt x="0" y="0"/>
                </a:moveTo>
                <a:lnTo>
                  <a:pt x="3484317" y="0"/>
                </a:lnTo>
                <a:lnTo>
                  <a:pt x="3484317" y="2071585"/>
                </a:lnTo>
                <a:lnTo>
                  <a:pt x="0" y="2071585"/>
                </a:lnTo>
                <a:lnTo>
                  <a:pt x="0" y="0"/>
                </a:lnTo>
                <a:close/>
              </a:path>
            </a:pathLst>
          </a:custGeom>
          <a:blipFill rotWithShape="1">
            <a:blip r:embed="rId5">
              <a:alphaModFix/>
            </a:blip>
            <a:stretch>
              <a:fillRect/>
            </a:stretch>
          </a:blipFill>
          <a:ln>
            <a:noFill/>
          </a:ln>
        </p:spPr>
      </p:sp>
      <p:sp>
        <p:nvSpPr>
          <p:cNvPr id="129" name="Google Shape;129;p2"/>
          <p:cNvSpPr/>
          <p:nvPr/>
        </p:nvSpPr>
        <p:spPr>
          <a:xfrm>
            <a:off x="16027523" y="7552462"/>
            <a:ext cx="3655283" cy="2173232"/>
          </a:xfrm>
          <a:custGeom>
            <a:avLst/>
            <a:gdLst/>
            <a:ahLst/>
            <a:cxnLst/>
            <a:rect l="l" t="t" r="r" b="b"/>
            <a:pathLst>
              <a:path w="3655283" h="2173232" extrusionOk="0">
                <a:moveTo>
                  <a:pt x="0" y="0"/>
                </a:moveTo>
                <a:lnTo>
                  <a:pt x="3655283" y="0"/>
                </a:lnTo>
                <a:lnTo>
                  <a:pt x="3655283" y="2173231"/>
                </a:lnTo>
                <a:lnTo>
                  <a:pt x="0" y="2173231"/>
                </a:lnTo>
                <a:lnTo>
                  <a:pt x="0" y="0"/>
                </a:lnTo>
                <a:close/>
              </a:path>
            </a:pathLst>
          </a:custGeom>
          <a:blipFill rotWithShape="1">
            <a:blip r:embed="rId5">
              <a:alphaModFix/>
            </a:blip>
            <a:stretch>
              <a:fillRect/>
            </a:stretch>
          </a:blipFill>
          <a:ln>
            <a:noFill/>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4E5EC"/>
        </a:solidFill>
        <a:effectLst/>
      </p:bgPr>
    </p:bg>
    <p:spTree>
      <p:nvGrpSpPr>
        <p:cNvPr id="1" name="Shape 133"/>
        <p:cNvGrpSpPr/>
        <p:nvPr/>
      </p:nvGrpSpPr>
      <p:grpSpPr>
        <a:xfrm>
          <a:off x="0" y="0"/>
          <a:ext cx="0" cy="0"/>
          <a:chOff x="0" y="0"/>
          <a:chExt cx="0" cy="0"/>
        </a:xfrm>
      </p:grpSpPr>
      <p:sp>
        <p:nvSpPr>
          <p:cNvPr id="134" name="Google Shape;134;p3"/>
          <p:cNvSpPr/>
          <p:nvPr/>
        </p:nvSpPr>
        <p:spPr>
          <a:xfrm>
            <a:off x="10720624" y="0"/>
            <a:ext cx="7668455" cy="10401374"/>
          </a:xfrm>
          <a:custGeom>
            <a:avLst/>
            <a:gdLst/>
            <a:ahLst/>
            <a:cxnLst/>
            <a:rect l="l" t="t" r="r" b="b"/>
            <a:pathLst>
              <a:path w="7668455" h="10401374" extrusionOk="0">
                <a:moveTo>
                  <a:pt x="0" y="0"/>
                </a:moveTo>
                <a:lnTo>
                  <a:pt x="7668455" y="0"/>
                </a:lnTo>
                <a:lnTo>
                  <a:pt x="7668455" y="10401374"/>
                </a:lnTo>
                <a:lnTo>
                  <a:pt x="0" y="10401374"/>
                </a:lnTo>
                <a:lnTo>
                  <a:pt x="0" y="0"/>
                </a:lnTo>
                <a:close/>
              </a:path>
            </a:pathLst>
          </a:custGeom>
          <a:blipFill rotWithShape="1">
            <a:blip r:embed="rId3">
              <a:alphaModFix/>
            </a:blip>
            <a:stretch>
              <a:fillRect r="-35637"/>
            </a:stretch>
          </a:blipFill>
          <a:ln>
            <a:noFill/>
          </a:ln>
        </p:spPr>
      </p:sp>
      <p:sp>
        <p:nvSpPr>
          <p:cNvPr id="135" name="Google Shape;135;p3"/>
          <p:cNvSpPr/>
          <p:nvPr/>
        </p:nvSpPr>
        <p:spPr>
          <a:xfrm>
            <a:off x="-139536" y="-549566"/>
            <a:ext cx="2789693" cy="1658599"/>
          </a:xfrm>
          <a:custGeom>
            <a:avLst/>
            <a:gdLst/>
            <a:ahLst/>
            <a:cxnLst/>
            <a:rect l="l" t="t" r="r" b="b"/>
            <a:pathLst>
              <a:path w="2789693" h="1658599" extrusionOk="0">
                <a:moveTo>
                  <a:pt x="0" y="0"/>
                </a:moveTo>
                <a:lnTo>
                  <a:pt x="2789693" y="0"/>
                </a:lnTo>
                <a:lnTo>
                  <a:pt x="2789693" y="1658599"/>
                </a:lnTo>
                <a:lnTo>
                  <a:pt x="0" y="1658599"/>
                </a:lnTo>
                <a:lnTo>
                  <a:pt x="0" y="0"/>
                </a:lnTo>
                <a:close/>
              </a:path>
            </a:pathLst>
          </a:custGeom>
          <a:blipFill rotWithShape="1">
            <a:blip r:embed="rId4">
              <a:alphaModFix/>
            </a:blip>
            <a:stretch>
              <a:fillRect/>
            </a:stretch>
          </a:blipFill>
          <a:ln>
            <a:noFill/>
          </a:ln>
        </p:spPr>
      </p:sp>
      <p:sp>
        <p:nvSpPr>
          <p:cNvPr id="136" name="Google Shape;136;p3"/>
          <p:cNvSpPr/>
          <p:nvPr/>
        </p:nvSpPr>
        <p:spPr>
          <a:xfrm>
            <a:off x="-1214315" y="479227"/>
            <a:ext cx="2789693" cy="1658599"/>
          </a:xfrm>
          <a:custGeom>
            <a:avLst/>
            <a:gdLst/>
            <a:ahLst/>
            <a:cxnLst/>
            <a:rect l="l" t="t" r="r" b="b"/>
            <a:pathLst>
              <a:path w="2789693" h="1658599" extrusionOk="0">
                <a:moveTo>
                  <a:pt x="0" y="0"/>
                </a:moveTo>
                <a:lnTo>
                  <a:pt x="2789693" y="0"/>
                </a:lnTo>
                <a:lnTo>
                  <a:pt x="2789693" y="1658599"/>
                </a:lnTo>
                <a:lnTo>
                  <a:pt x="0" y="1658599"/>
                </a:lnTo>
                <a:lnTo>
                  <a:pt x="0" y="0"/>
                </a:lnTo>
                <a:close/>
              </a:path>
            </a:pathLst>
          </a:custGeom>
          <a:blipFill rotWithShape="1">
            <a:blip r:embed="rId4">
              <a:alphaModFix/>
            </a:blip>
            <a:stretch>
              <a:fillRect/>
            </a:stretch>
          </a:blipFill>
          <a:ln>
            <a:noFill/>
          </a:ln>
        </p:spPr>
      </p:sp>
      <p:sp>
        <p:nvSpPr>
          <p:cNvPr id="137" name="Google Shape;137;p3"/>
          <p:cNvSpPr/>
          <p:nvPr/>
        </p:nvSpPr>
        <p:spPr>
          <a:xfrm>
            <a:off x="-1000792" y="-422617"/>
            <a:ext cx="2362646" cy="1404701"/>
          </a:xfrm>
          <a:custGeom>
            <a:avLst/>
            <a:gdLst/>
            <a:ahLst/>
            <a:cxnLst/>
            <a:rect l="l" t="t" r="r" b="b"/>
            <a:pathLst>
              <a:path w="2362646" h="1404701" extrusionOk="0">
                <a:moveTo>
                  <a:pt x="0" y="0"/>
                </a:moveTo>
                <a:lnTo>
                  <a:pt x="2362647" y="0"/>
                </a:lnTo>
                <a:lnTo>
                  <a:pt x="2362647" y="1404701"/>
                </a:lnTo>
                <a:lnTo>
                  <a:pt x="0" y="1404701"/>
                </a:lnTo>
                <a:lnTo>
                  <a:pt x="0" y="0"/>
                </a:lnTo>
                <a:close/>
              </a:path>
            </a:pathLst>
          </a:custGeom>
          <a:blipFill rotWithShape="1">
            <a:blip r:embed="rId4">
              <a:alphaModFix/>
            </a:blip>
            <a:stretch>
              <a:fillRect/>
            </a:stretch>
          </a:blipFill>
          <a:ln>
            <a:noFill/>
          </a:ln>
        </p:spPr>
      </p:sp>
      <p:sp>
        <p:nvSpPr>
          <p:cNvPr id="138" name="Google Shape;138;p3"/>
          <p:cNvSpPr/>
          <p:nvPr/>
        </p:nvSpPr>
        <p:spPr>
          <a:xfrm rot="10800000" flipH="1">
            <a:off x="-139536" y="9177967"/>
            <a:ext cx="2789693" cy="1658599"/>
          </a:xfrm>
          <a:custGeom>
            <a:avLst/>
            <a:gdLst/>
            <a:ahLst/>
            <a:cxnLst/>
            <a:rect l="l" t="t" r="r" b="b"/>
            <a:pathLst>
              <a:path w="2789693" h="1658599" extrusionOk="0">
                <a:moveTo>
                  <a:pt x="0" y="1658599"/>
                </a:moveTo>
                <a:lnTo>
                  <a:pt x="2789693" y="1658599"/>
                </a:lnTo>
                <a:lnTo>
                  <a:pt x="2789693" y="0"/>
                </a:lnTo>
                <a:lnTo>
                  <a:pt x="0" y="0"/>
                </a:lnTo>
                <a:lnTo>
                  <a:pt x="0" y="1658599"/>
                </a:lnTo>
                <a:close/>
              </a:path>
            </a:pathLst>
          </a:custGeom>
          <a:blipFill rotWithShape="1">
            <a:blip r:embed="rId4">
              <a:alphaModFix/>
            </a:blip>
            <a:stretch>
              <a:fillRect/>
            </a:stretch>
          </a:blipFill>
          <a:ln>
            <a:noFill/>
          </a:ln>
        </p:spPr>
      </p:sp>
      <p:sp>
        <p:nvSpPr>
          <p:cNvPr id="139" name="Google Shape;139;p3"/>
          <p:cNvSpPr/>
          <p:nvPr/>
        </p:nvSpPr>
        <p:spPr>
          <a:xfrm rot="10800000" flipH="1">
            <a:off x="-1214315" y="8234368"/>
            <a:ext cx="2789693" cy="1658599"/>
          </a:xfrm>
          <a:custGeom>
            <a:avLst/>
            <a:gdLst/>
            <a:ahLst/>
            <a:cxnLst/>
            <a:rect l="l" t="t" r="r" b="b"/>
            <a:pathLst>
              <a:path w="2789693" h="1658599" extrusionOk="0">
                <a:moveTo>
                  <a:pt x="0" y="1658599"/>
                </a:moveTo>
                <a:lnTo>
                  <a:pt x="2789693" y="1658599"/>
                </a:lnTo>
                <a:lnTo>
                  <a:pt x="2789693" y="0"/>
                </a:lnTo>
                <a:lnTo>
                  <a:pt x="0" y="0"/>
                </a:lnTo>
                <a:lnTo>
                  <a:pt x="0" y="1658599"/>
                </a:lnTo>
                <a:close/>
              </a:path>
            </a:pathLst>
          </a:custGeom>
          <a:blipFill rotWithShape="1">
            <a:blip r:embed="rId4">
              <a:alphaModFix/>
            </a:blip>
            <a:stretch>
              <a:fillRect/>
            </a:stretch>
          </a:blipFill>
          <a:ln>
            <a:noFill/>
          </a:ln>
        </p:spPr>
      </p:sp>
      <p:sp>
        <p:nvSpPr>
          <p:cNvPr id="140" name="Google Shape;140;p3"/>
          <p:cNvSpPr/>
          <p:nvPr/>
        </p:nvSpPr>
        <p:spPr>
          <a:xfrm rot="10800000" flipH="1">
            <a:off x="-1000792" y="9238143"/>
            <a:ext cx="2362646" cy="1404701"/>
          </a:xfrm>
          <a:custGeom>
            <a:avLst/>
            <a:gdLst/>
            <a:ahLst/>
            <a:cxnLst/>
            <a:rect l="l" t="t" r="r" b="b"/>
            <a:pathLst>
              <a:path w="2362646" h="1404701" extrusionOk="0">
                <a:moveTo>
                  <a:pt x="0" y="1404701"/>
                </a:moveTo>
                <a:lnTo>
                  <a:pt x="2362647" y="1404701"/>
                </a:lnTo>
                <a:lnTo>
                  <a:pt x="2362647" y="0"/>
                </a:lnTo>
                <a:lnTo>
                  <a:pt x="0" y="0"/>
                </a:lnTo>
                <a:lnTo>
                  <a:pt x="0" y="1404701"/>
                </a:lnTo>
                <a:close/>
              </a:path>
            </a:pathLst>
          </a:custGeom>
          <a:blipFill rotWithShape="1">
            <a:blip r:embed="rId4">
              <a:alphaModFix/>
            </a:blip>
            <a:stretch>
              <a:fillRect/>
            </a:stretch>
          </a:blipFill>
          <a:ln>
            <a:noFill/>
          </a:ln>
        </p:spPr>
      </p:sp>
      <p:sp>
        <p:nvSpPr>
          <p:cNvPr id="141" name="Google Shape;141;p3"/>
          <p:cNvSpPr/>
          <p:nvPr/>
        </p:nvSpPr>
        <p:spPr>
          <a:xfrm>
            <a:off x="10720630" y="1571125"/>
            <a:ext cx="6795859" cy="6794500"/>
          </a:xfrm>
          <a:custGeom>
            <a:avLst/>
            <a:gdLst/>
            <a:ahLst/>
            <a:cxnLst/>
            <a:rect l="l" t="t" r="r" b="b"/>
            <a:pathLst>
              <a:path w="6351270" h="6350000" extrusionOk="0">
                <a:moveTo>
                  <a:pt x="5985510" y="0"/>
                </a:moveTo>
                <a:lnTo>
                  <a:pt x="364490" y="0"/>
                </a:lnTo>
                <a:cubicBezTo>
                  <a:pt x="162560" y="0"/>
                  <a:pt x="0" y="162560"/>
                  <a:pt x="0" y="364490"/>
                </a:cubicBezTo>
                <a:lnTo>
                  <a:pt x="0" y="5986780"/>
                </a:lnTo>
                <a:cubicBezTo>
                  <a:pt x="0" y="6187440"/>
                  <a:pt x="162560" y="6350000"/>
                  <a:pt x="364490" y="6350000"/>
                </a:cubicBezTo>
                <a:lnTo>
                  <a:pt x="5986780" y="6350000"/>
                </a:lnTo>
                <a:cubicBezTo>
                  <a:pt x="6187440" y="6350000"/>
                  <a:pt x="6351270" y="6187440"/>
                  <a:pt x="6351270" y="5985510"/>
                </a:cubicBezTo>
                <a:lnTo>
                  <a:pt x="6351270" y="364490"/>
                </a:lnTo>
                <a:cubicBezTo>
                  <a:pt x="6350000" y="162560"/>
                  <a:pt x="6187440" y="0"/>
                  <a:pt x="5985510" y="0"/>
                </a:cubicBezTo>
                <a:close/>
              </a:path>
            </a:pathLst>
          </a:custGeom>
          <a:blipFill rotWithShape="1">
            <a:blip r:embed="rId5">
              <a:alphaModFix/>
            </a:blip>
            <a:stretch>
              <a:fillRect l="-77739"/>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3"/>
          <p:cNvSpPr txBox="1"/>
          <p:nvPr/>
        </p:nvSpPr>
        <p:spPr>
          <a:xfrm>
            <a:off x="2866648" y="1747325"/>
            <a:ext cx="4972800" cy="932400"/>
          </a:xfrm>
          <a:prstGeom prst="rect">
            <a:avLst/>
          </a:prstGeom>
          <a:noFill/>
          <a:ln>
            <a:noFill/>
          </a:ln>
        </p:spPr>
        <p:txBody>
          <a:bodyPr spcFirstLastPara="1" wrap="square" lIns="0" tIns="0" rIns="0" bIns="0" anchor="t" anchorCtr="0">
            <a:spAutoFit/>
          </a:bodyPr>
          <a:lstStyle/>
          <a:p>
            <a:pPr marL="0" marR="0" lvl="0" indent="0" algn="l" rtl="0">
              <a:lnSpc>
                <a:spcPct val="93999"/>
              </a:lnSpc>
              <a:spcBef>
                <a:spcPts val="0"/>
              </a:spcBef>
              <a:spcAft>
                <a:spcPts val="0"/>
              </a:spcAft>
              <a:buNone/>
            </a:pPr>
            <a:r>
              <a:rPr lang="en-US" sz="6444">
                <a:solidFill>
                  <a:srgbClr val="15193E"/>
                </a:solidFill>
                <a:latin typeface="Merriweather Black"/>
                <a:ea typeface="Merriweather Black"/>
                <a:cs typeface="Merriweather Black"/>
                <a:sym typeface="Merriweather Black"/>
              </a:rPr>
              <a:t>CONTEXTO</a:t>
            </a:r>
            <a:endParaRPr/>
          </a:p>
        </p:txBody>
      </p:sp>
      <p:sp>
        <p:nvSpPr>
          <p:cNvPr id="143" name="Google Shape;143;p3"/>
          <p:cNvSpPr txBox="1"/>
          <p:nvPr/>
        </p:nvSpPr>
        <p:spPr>
          <a:xfrm>
            <a:off x="173988" y="3476925"/>
            <a:ext cx="9287100" cy="2982900"/>
          </a:xfrm>
          <a:prstGeom prst="rect">
            <a:avLst/>
          </a:prstGeom>
          <a:noFill/>
          <a:ln>
            <a:noFill/>
          </a:ln>
        </p:spPr>
        <p:txBody>
          <a:bodyPr spcFirstLastPara="1" wrap="square" lIns="0" tIns="0" rIns="0" bIns="0" anchor="t" anchorCtr="0">
            <a:spAutoFit/>
          </a:bodyPr>
          <a:lstStyle/>
          <a:p>
            <a:pPr marL="0" marR="0" lvl="0" indent="0" algn="just" rtl="0">
              <a:lnSpc>
                <a:spcPct val="120000"/>
              </a:lnSpc>
              <a:spcBef>
                <a:spcPts val="0"/>
              </a:spcBef>
              <a:spcAft>
                <a:spcPts val="0"/>
              </a:spcAft>
              <a:buNone/>
            </a:pPr>
            <a:r>
              <a:rPr lang="en-US" sz="2400">
                <a:solidFill>
                  <a:srgbClr val="15193E"/>
                </a:solidFill>
              </a:rPr>
              <a:t>Excelcom es una empresa de servicios IT que se dedica a comercializar e integrar tecnología con el fin de brindar soluciones a medida para diversas industrias. Como resultado de la expansión de la empresa, la misma ha adquirido productos en stock sin planificar en función de la demanda, lo que generó un sobre stock y por ende aumentó el capital inmovilizado en depósito.</a:t>
            </a:r>
            <a:endParaRPr sz="2400">
              <a:solidFill>
                <a:srgbClr val="15193E"/>
              </a:solidFill>
            </a:endParaRPr>
          </a:p>
          <a:p>
            <a:pPr marL="0" marR="0" lvl="0" indent="0" algn="l" rtl="0">
              <a:lnSpc>
                <a:spcPct val="120000"/>
              </a:lnSpc>
              <a:spcBef>
                <a:spcPts val="0"/>
              </a:spcBef>
              <a:spcAft>
                <a:spcPts val="0"/>
              </a:spcAft>
              <a:buClr>
                <a:srgbClr val="000000"/>
              </a:buClr>
              <a:buFont typeface="Arial"/>
              <a:buNone/>
            </a:pPr>
            <a:endParaRPr sz="2100">
              <a:solidFill>
                <a:srgbClr val="15193E"/>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0">
              <a:srgbClr val="000000"/>
            </a:gs>
            <a:gs pos="100000">
              <a:srgbClr val="5C69F5"/>
            </a:gs>
          </a:gsLst>
          <a:lin ang="2700000" scaled="0"/>
        </a:gradFill>
        <a:effectLst/>
      </p:bgPr>
    </p:bg>
    <p:spTree>
      <p:nvGrpSpPr>
        <p:cNvPr id="1" name="Shape 147"/>
        <p:cNvGrpSpPr/>
        <p:nvPr/>
      </p:nvGrpSpPr>
      <p:grpSpPr>
        <a:xfrm>
          <a:off x="0" y="0"/>
          <a:ext cx="0" cy="0"/>
          <a:chOff x="0" y="0"/>
          <a:chExt cx="0" cy="0"/>
        </a:xfrm>
      </p:grpSpPr>
      <p:sp>
        <p:nvSpPr>
          <p:cNvPr id="148" name="Google Shape;148;p4"/>
          <p:cNvSpPr/>
          <p:nvPr/>
        </p:nvSpPr>
        <p:spPr>
          <a:xfrm>
            <a:off x="761935" y="695244"/>
            <a:ext cx="16764130" cy="8896513"/>
          </a:xfrm>
          <a:custGeom>
            <a:avLst/>
            <a:gdLst/>
            <a:ahLst/>
            <a:cxnLst/>
            <a:rect l="l" t="t" r="r" b="b"/>
            <a:pathLst>
              <a:path w="16764130" h="8896513" extrusionOk="0">
                <a:moveTo>
                  <a:pt x="0" y="0"/>
                </a:moveTo>
                <a:lnTo>
                  <a:pt x="16764130" y="0"/>
                </a:lnTo>
                <a:lnTo>
                  <a:pt x="16764130" y="8896512"/>
                </a:lnTo>
                <a:lnTo>
                  <a:pt x="0" y="8896512"/>
                </a:lnTo>
                <a:lnTo>
                  <a:pt x="0" y="0"/>
                </a:lnTo>
                <a:close/>
              </a:path>
            </a:pathLst>
          </a:custGeom>
          <a:blipFill rotWithShape="1">
            <a:blip r:embed="rId3">
              <a:alphaModFix amt="37000"/>
            </a:blip>
            <a:stretch>
              <a:fillRect t="-12418" b="-12418"/>
            </a:stretch>
          </a:blipFill>
          <a:ln>
            <a:noFill/>
          </a:ln>
        </p:spPr>
      </p:sp>
      <p:grpSp>
        <p:nvGrpSpPr>
          <p:cNvPr id="149" name="Google Shape;149;p4"/>
          <p:cNvGrpSpPr/>
          <p:nvPr/>
        </p:nvGrpSpPr>
        <p:grpSpPr>
          <a:xfrm>
            <a:off x="2475560" y="884038"/>
            <a:ext cx="9032852" cy="8374317"/>
            <a:chOff x="0" y="-38100"/>
            <a:chExt cx="2379007" cy="2205567"/>
          </a:xfrm>
        </p:grpSpPr>
        <p:sp>
          <p:nvSpPr>
            <p:cNvPr id="150" name="Google Shape;150;p4"/>
            <p:cNvSpPr/>
            <p:nvPr/>
          </p:nvSpPr>
          <p:spPr>
            <a:xfrm>
              <a:off x="0" y="0"/>
              <a:ext cx="2379007" cy="2167467"/>
            </a:xfrm>
            <a:custGeom>
              <a:avLst/>
              <a:gdLst/>
              <a:ahLst/>
              <a:cxnLst/>
              <a:rect l="l" t="t" r="r" b="b"/>
              <a:pathLst>
                <a:path w="2379007" h="2167467" extrusionOk="0">
                  <a:moveTo>
                    <a:pt x="27427" y="0"/>
                  </a:moveTo>
                  <a:lnTo>
                    <a:pt x="2351580" y="0"/>
                  </a:lnTo>
                  <a:cubicBezTo>
                    <a:pt x="2366728" y="0"/>
                    <a:pt x="2379007" y="12279"/>
                    <a:pt x="2379007" y="27427"/>
                  </a:cubicBezTo>
                  <a:lnTo>
                    <a:pt x="2379007" y="2140040"/>
                  </a:lnTo>
                  <a:cubicBezTo>
                    <a:pt x="2379007" y="2155187"/>
                    <a:pt x="2366728" y="2167467"/>
                    <a:pt x="2351580" y="2167467"/>
                  </a:cubicBezTo>
                  <a:lnTo>
                    <a:pt x="27427" y="2167467"/>
                  </a:lnTo>
                  <a:cubicBezTo>
                    <a:pt x="12279" y="2167467"/>
                    <a:pt x="0" y="2155187"/>
                    <a:pt x="0" y="2140040"/>
                  </a:cubicBezTo>
                  <a:lnTo>
                    <a:pt x="0" y="27427"/>
                  </a:lnTo>
                  <a:cubicBezTo>
                    <a:pt x="0" y="12279"/>
                    <a:pt x="12279" y="0"/>
                    <a:pt x="27427" y="0"/>
                  </a:cubicBezTo>
                  <a:close/>
                </a:path>
              </a:pathLst>
            </a:custGeom>
            <a:solidFill>
              <a:srgbClr val="E4E5E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4"/>
            <p:cNvSpPr txBox="1"/>
            <p:nvPr/>
          </p:nvSpPr>
          <p:spPr>
            <a:xfrm>
              <a:off x="0" y="-38100"/>
              <a:ext cx="2379007" cy="2205567"/>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52" name="Google Shape;152;p4"/>
          <p:cNvSpPr txBox="1"/>
          <p:nvPr/>
        </p:nvSpPr>
        <p:spPr>
          <a:xfrm>
            <a:off x="3482275" y="2670225"/>
            <a:ext cx="7019400" cy="932400"/>
          </a:xfrm>
          <a:prstGeom prst="rect">
            <a:avLst/>
          </a:prstGeom>
          <a:noFill/>
          <a:ln>
            <a:noFill/>
          </a:ln>
        </p:spPr>
        <p:txBody>
          <a:bodyPr spcFirstLastPara="1" wrap="square" lIns="0" tIns="0" rIns="0" bIns="0" anchor="t" anchorCtr="0">
            <a:spAutoFit/>
          </a:bodyPr>
          <a:lstStyle/>
          <a:p>
            <a:pPr marL="0" marR="0" lvl="0" indent="0" algn="l" rtl="0">
              <a:lnSpc>
                <a:spcPct val="93999"/>
              </a:lnSpc>
              <a:spcBef>
                <a:spcPts val="0"/>
              </a:spcBef>
              <a:spcAft>
                <a:spcPts val="0"/>
              </a:spcAft>
              <a:buNone/>
            </a:pPr>
            <a:r>
              <a:rPr lang="en-US" sz="6444" dirty="0">
                <a:solidFill>
                  <a:srgbClr val="15193E"/>
                </a:solidFill>
                <a:latin typeface="Merriweather Black"/>
                <a:ea typeface="Merriweather Black"/>
                <a:cs typeface="Merriweather Black"/>
                <a:sym typeface="Merriweather Black"/>
              </a:rPr>
              <a:t>DEFINICIÓN DEL</a:t>
            </a:r>
            <a:endParaRPr sz="6444" dirty="0">
              <a:solidFill>
                <a:srgbClr val="15193E"/>
              </a:solidFill>
              <a:latin typeface="Merriweather Black"/>
              <a:ea typeface="Merriweather Black"/>
              <a:cs typeface="Merriweather Black"/>
              <a:sym typeface="Merriweather Black"/>
            </a:endParaRPr>
          </a:p>
        </p:txBody>
      </p:sp>
      <p:sp>
        <p:nvSpPr>
          <p:cNvPr id="153" name="Google Shape;153;p4"/>
          <p:cNvSpPr txBox="1"/>
          <p:nvPr/>
        </p:nvSpPr>
        <p:spPr>
          <a:xfrm>
            <a:off x="5341668" y="3602625"/>
            <a:ext cx="4914900" cy="932400"/>
          </a:xfrm>
          <a:prstGeom prst="rect">
            <a:avLst/>
          </a:prstGeom>
          <a:noFill/>
          <a:ln>
            <a:noFill/>
          </a:ln>
        </p:spPr>
        <p:txBody>
          <a:bodyPr spcFirstLastPara="1" wrap="square" lIns="0" tIns="0" rIns="0" bIns="0" anchor="t" anchorCtr="0">
            <a:spAutoFit/>
          </a:bodyPr>
          <a:lstStyle/>
          <a:p>
            <a:pPr marL="0" marR="0" lvl="0" indent="0" algn="l" rtl="0">
              <a:lnSpc>
                <a:spcPct val="93999"/>
              </a:lnSpc>
              <a:spcBef>
                <a:spcPts val="0"/>
              </a:spcBef>
              <a:spcAft>
                <a:spcPts val="0"/>
              </a:spcAft>
              <a:buNone/>
            </a:pPr>
            <a:r>
              <a:rPr lang="en-US" sz="6444" dirty="0">
                <a:solidFill>
                  <a:srgbClr val="15193E"/>
                </a:solidFill>
                <a:latin typeface="Merriweather Black"/>
                <a:ea typeface="Merriweather Black"/>
                <a:cs typeface="Merriweather Black"/>
                <a:sym typeface="Merriweather Black"/>
              </a:rPr>
              <a:t>PROBLEMA</a:t>
            </a:r>
            <a:endParaRPr sz="6444" dirty="0">
              <a:solidFill>
                <a:srgbClr val="15193E"/>
              </a:solidFill>
              <a:latin typeface="Merriweather Black"/>
              <a:ea typeface="Merriweather Black"/>
              <a:cs typeface="Merriweather Black"/>
              <a:sym typeface="Merriweather Black"/>
            </a:endParaRPr>
          </a:p>
        </p:txBody>
      </p:sp>
      <p:sp>
        <p:nvSpPr>
          <p:cNvPr id="154" name="Google Shape;154;p4"/>
          <p:cNvSpPr txBox="1"/>
          <p:nvPr/>
        </p:nvSpPr>
        <p:spPr>
          <a:xfrm>
            <a:off x="2895600" y="5125625"/>
            <a:ext cx="7949100" cy="2982900"/>
          </a:xfrm>
          <a:prstGeom prst="rect">
            <a:avLst/>
          </a:prstGeom>
          <a:noFill/>
          <a:ln>
            <a:noFill/>
          </a:ln>
        </p:spPr>
        <p:txBody>
          <a:bodyPr spcFirstLastPara="1" wrap="square" lIns="0" tIns="0" rIns="0" bIns="0" anchor="t" anchorCtr="0">
            <a:spAutoFit/>
          </a:bodyPr>
          <a:lstStyle/>
          <a:p>
            <a:pPr marL="0" marR="0" lvl="0" indent="0" algn="just" rtl="0">
              <a:lnSpc>
                <a:spcPct val="120000"/>
              </a:lnSpc>
              <a:spcBef>
                <a:spcPts val="0"/>
              </a:spcBef>
              <a:spcAft>
                <a:spcPts val="0"/>
              </a:spcAft>
              <a:buNone/>
            </a:pPr>
            <a:r>
              <a:rPr lang="en-US" sz="2400">
                <a:solidFill>
                  <a:srgbClr val="15193E"/>
                </a:solidFill>
              </a:rPr>
              <a:t>El problema que enfrenta la empresa es una gestión ineficiente y de sobre stock del equipamiento y componentes informáticos (existencias) que comercializa, generando de este modo una  inmovilización de capital por sobre los niveles recomendados y altos costos de almacenamiento.</a:t>
            </a:r>
            <a:endParaRPr sz="2400">
              <a:solidFill>
                <a:srgbClr val="15193E"/>
              </a:solidFill>
            </a:endParaRPr>
          </a:p>
          <a:p>
            <a:pPr marL="0" marR="0" lvl="0" indent="0" algn="l" rtl="0">
              <a:lnSpc>
                <a:spcPct val="120000"/>
              </a:lnSpc>
              <a:spcBef>
                <a:spcPts val="0"/>
              </a:spcBef>
              <a:spcAft>
                <a:spcPts val="0"/>
              </a:spcAft>
              <a:buNone/>
            </a:pPr>
            <a:endParaRPr sz="2100">
              <a:solidFill>
                <a:srgbClr val="15193E"/>
              </a:solidFill>
            </a:endParaRPr>
          </a:p>
        </p:txBody>
      </p:sp>
      <p:sp>
        <p:nvSpPr>
          <p:cNvPr id="155" name="Google Shape;155;p4"/>
          <p:cNvSpPr/>
          <p:nvPr/>
        </p:nvSpPr>
        <p:spPr>
          <a:xfrm>
            <a:off x="1653028" y="535426"/>
            <a:ext cx="2726935" cy="1621287"/>
          </a:xfrm>
          <a:custGeom>
            <a:avLst/>
            <a:gdLst/>
            <a:ahLst/>
            <a:cxnLst/>
            <a:rect l="l" t="t" r="r" b="b"/>
            <a:pathLst>
              <a:path w="2726935" h="1621287" extrusionOk="0">
                <a:moveTo>
                  <a:pt x="0" y="0"/>
                </a:moveTo>
                <a:lnTo>
                  <a:pt x="2726935" y="0"/>
                </a:lnTo>
                <a:lnTo>
                  <a:pt x="2726935" y="1621287"/>
                </a:lnTo>
                <a:lnTo>
                  <a:pt x="0" y="1621287"/>
                </a:lnTo>
                <a:lnTo>
                  <a:pt x="0" y="0"/>
                </a:lnTo>
                <a:close/>
              </a:path>
            </a:pathLst>
          </a:custGeom>
          <a:blipFill rotWithShape="1">
            <a:blip r:embed="rId4">
              <a:alphaModFix/>
            </a:blip>
            <a:stretch>
              <a:fillRect/>
            </a:stretch>
          </a:blipFill>
          <a:ln>
            <a:noFill/>
          </a:ln>
        </p:spPr>
      </p:sp>
      <p:sp>
        <p:nvSpPr>
          <p:cNvPr id="156" name="Google Shape;156;p4"/>
          <p:cNvSpPr/>
          <p:nvPr/>
        </p:nvSpPr>
        <p:spPr>
          <a:xfrm>
            <a:off x="571156" y="1610537"/>
            <a:ext cx="2599390" cy="1545456"/>
          </a:xfrm>
          <a:custGeom>
            <a:avLst/>
            <a:gdLst/>
            <a:ahLst/>
            <a:cxnLst/>
            <a:rect l="l" t="t" r="r" b="b"/>
            <a:pathLst>
              <a:path w="2599390" h="1545456" extrusionOk="0">
                <a:moveTo>
                  <a:pt x="0" y="0"/>
                </a:moveTo>
                <a:lnTo>
                  <a:pt x="2599391" y="0"/>
                </a:lnTo>
                <a:lnTo>
                  <a:pt x="2599391" y="1545455"/>
                </a:lnTo>
                <a:lnTo>
                  <a:pt x="0" y="1545455"/>
                </a:lnTo>
                <a:lnTo>
                  <a:pt x="0" y="0"/>
                </a:lnTo>
                <a:close/>
              </a:path>
            </a:pathLst>
          </a:custGeom>
          <a:blipFill rotWithShape="1">
            <a:blip r:embed="rId4">
              <a:alphaModFix/>
            </a:blip>
            <a:stretch>
              <a:fillRect/>
            </a:stretch>
          </a:blipFill>
          <a:ln>
            <a:noFill/>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0">
              <a:srgbClr val="000000"/>
            </a:gs>
            <a:gs pos="100000">
              <a:srgbClr val="5C69F5"/>
            </a:gs>
          </a:gsLst>
          <a:lin ang="2700006" scaled="0"/>
        </a:gradFill>
        <a:effectLst/>
      </p:bgPr>
    </p:bg>
    <p:spTree>
      <p:nvGrpSpPr>
        <p:cNvPr id="1" name="Shape 160"/>
        <p:cNvGrpSpPr/>
        <p:nvPr/>
      </p:nvGrpSpPr>
      <p:grpSpPr>
        <a:xfrm>
          <a:off x="0" y="0"/>
          <a:ext cx="0" cy="0"/>
          <a:chOff x="0" y="0"/>
          <a:chExt cx="0" cy="0"/>
        </a:xfrm>
      </p:grpSpPr>
      <p:sp>
        <p:nvSpPr>
          <p:cNvPr id="161" name="Google Shape;161;g35c1c98a8db_0_67"/>
          <p:cNvSpPr/>
          <p:nvPr/>
        </p:nvSpPr>
        <p:spPr>
          <a:xfrm>
            <a:off x="761935" y="695244"/>
            <a:ext cx="16764130" cy="8896513"/>
          </a:xfrm>
          <a:custGeom>
            <a:avLst/>
            <a:gdLst/>
            <a:ahLst/>
            <a:cxnLst/>
            <a:rect l="l" t="t" r="r" b="b"/>
            <a:pathLst>
              <a:path w="16764130" h="8896513" extrusionOk="0">
                <a:moveTo>
                  <a:pt x="0" y="0"/>
                </a:moveTo>
                <a:lnTo>
                  <a:pt x="16764130" y="0"/>
                </a:lnTo>
                <a:lnTo>
                  <a:pt x="16764130" y="8896512"/>
                </a:lnTo>
                <a:lnTo>
                  <a:pt x="0" y="8896512"/>
                </a:lnTo>
                <a:lnTo>
                  <a:pt x="0" y="0"/>
                </a:lnTo>
                <a:close/>
              </a:path>
            </a:pathLst>
          </a:custGeom>
          <a:blipFill rotWithShape="1">
            <a:blip r:embed="rId3">
              <a:alphaModFix amt="37000"/>
            </a:blip>
            <a:stretch>
              <a:fillRect t="-12418" b="-12418"/>
            </a:stretch>
          </a:blipFill>
          <a:ln>
            <a:noFill/>
          </a:ln>
        </p:spPr>
      </p:sp>
      <p:grpSp>
        <p:nvGrpSpPr>
          <p:cNvPr id="162" name="Google Shape;162;g35c1c98a8db_0_67"/>
          <p:cNvGrpSpPr/>
          <p:nvPr/>
        </p:nvGrpSpPr>
        <p:grpSpPr>
          <a:xfrm>
            <a:off x="2460435" y="535413"/>
            <a:ext cx="9032852" cy="8374443"/>
            <a:chOff x="0" y="-38100"/>
            <a:chExt cx="2379007" cy="2205600"/>
          </a:xfrm>
        </p:grpSpPr>
        <p:sp>
          <p:nvSpPr>
            <p:cNvPr id="163" name="Google Shape;163;g35c1c98a8db_0_67"/>
            <p:cNvSpPr/>
            <p:nvPr/>
          </p:nvSpPr>
          <p:spPr>
            <a:xfrm>
              <a:off x="0" y="0"/>
              <a:ext cx="2379007" cy="2167467"/>
            </a:xfrm>
            <a:custGeom>
              <a:avLst/>
              <a:gdLst/>
              <a:ahLst/>
              <a:cxnLst/>
              <a:rect l="l" t="t" r="r" b="b"/>
              <a:pathLst>
                <a:path w="2379007" h="2167467" extrusionOk="0">
                  <a:moveTo>
                    <a:pt x="27427" y="0"/>
                  </a:moveTo>
                  <a:lnTo>
                    <a:pt x="2351580" y="0"/>
                  </a:lnTo>
                  <a:cubicBezTo>
                    <a:pt x="2366728" y="0"/>
                    <a:pt x="2379007" y="12279"/>
                    <a:pt x="2379007" y="27427"/>
                  </a:cubicBezTo>
                  <a:lnTo>
                    <a:pt x="2379007" y="2140040"/>
                  </a:lnTo>
                  <a:cubicBezTo>
                    <a:pt x="2379007" y="2155187"/>
                    <a:pt x="2366728" y="2167467"/>
                    <a:pt x="2351580" y="2167467"/>
                  </a:cubicBezTo>
                  <a:lnTo>
                    <a:pt x="27427" y="2167467"/>
                  </a:lnTo>
                  <a:cubicBezTo>
                    <a:pt x="12279" y="2167467"/>
                    <a:pt x="0" y="2155187"/>
                    <a:pt x="0" y="2140040"/>
                  </a:cubicBezTo>
                  <a:lnTo>
                    <a:pt x="0" y="27427"/>
                  </a:lnTo>
                  <a:cubicBezTo>
                    <a:pt x="0" y="12279"/>
                    <a:pt x="12279" y="0"/>
                    <a:pt x="27427" y="0"/>
                  </a:cubicBezTo>
                  <a:close/>
                </a:path>
              </a:pathLst>
            </a:custGeom>
            <a:solidFill>
              <a:srgbClr val="E4E5E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g35c1c98a8db_0_67"/>
            <p:cNvSpPr txBox="1"/>
            <p:nvPr/>
          </p:nvSpPr>
          <p:spPr>
            <a:xfrm>
              <a:off x="0" y="-38100"/>
              <a:ext cx="2379000" cy="220560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65" name="Google Shape;165;g35c1c98a8db_0_67"/>
          <p:cNvSpPr txBox="1"/>
          <p:nvPr/>
        </p:nvSpPr>
        <p:spPr>
          <a:xfrm>
            <a:off x="2895600" y="3513863"/>
            <a:ext cx="8535900" cy="874500"/>
          </a:xfrm>
          <a:prstGeom prst="rect">
            <a:avLst/>
          </a:prstGeom>
          <a:noFill/>
          <a:ln>
            <a:noFill/>
          </a:ln>
        </p:spPr>
        <p:txBody>
          <a:bodyPr spcFirstLastPara="1" wrap="square" lIns="0" tIns="0" rIns="0" bIns="0" anchor="t" anchorCtr="0">
            <a:spAutoFit/>
          </a:bodyPr>
          <a:lstStyle/>
          <a:p>
            <a:pPr marL="0" marR="0" lvl="0" indent="0" algn="l" rtl="0">
              <a:lnSpc>
                <a:spcPct val="93999"/>
              </a:lnSpc>
              <a:spcBef>
                <a:spcPts val="0"/>
              </a:spcBef>
              <a:spcAft>
                <a:spcPts val="0"/>
              </a:spcAft>
              <a:buNone/>
            </a:pPr>
            <a:r>
              <a:rPr lang="en-US" sz="6044">
                <a:solidFill>
                  <a:srgbClr val="15193E"/>
                </a:solidFill>
                <a:latin typeface="Merriweather Black"/>
                <a:ea typeface="Merriweather Black"/>
                <a:cs typeface="Merriweather Black"/>
                <a:sym typeface="Merriweather Black"/>
              </a:rPr>
              <a:t>OBJETIVO PRINCIPAL</a:t>
            </a:r>
            <a:endParaRPr sz="6044">
              <a:solidFill>
                <a:srgbClr val="15193E"/>
              </a:solidFill>
              <a:latin typeface="Merriweather Black"/>
              <a:ea typeface="Merriweather Black"/>
              <a:cs typeface="Merriweather Black"/>
              <a:sym typeface="Merriweather Black"/>
            </a:endParaRPr>
          </a:p>
        </p:txBody>
      </p:sp>
      <p:sp>
        <p:nvSpPr>
          <p:cNvPr id="166" name="Google Shape;166;g35c1c98a8db_0_67"/>
          <p:cNvSpPr txBox="1"/>
          <p:nvPr/>
        </p:nvSpPr>
        <p:spPr>
          <a:xfrm>
            <a:off x="3002300" y="5216325"/>
            <a:ext cx="7949100" cy="1209900"/>
          </a:xfrm>
          <a:prstGeom prst="rect">
            <a:avLst/>
          </a:prstGeom>
          <a:noFill/>
          <a:ln>
            <a:noFill/>
          </a:ln>
        </p:spPr>
        <p:txBody>
          <a:bodyPr spcFirstLastPara="1" wrap="square" lIns="0" tIns="0" rIns="0" bIns="0" anchor="t" anchorCtr="0">
            <a:spAutoFit/>
          </a:bodyPr>
          <a:lstStyle/>
          <a:p>
            <a:pPr marL="0" marR="0" lvl="0" indent="0" algn="just" rtl="0">
              <a:lnSpc>
                <a:spcPct val="120000"/>
              </a:lnSpc>
              <a:spcBef>
                <a:spcPts val="0"/>
              </a:spcBef>
              <a:spcAft>
                <a:spcPts val="0"/>
              </a:spcAft>
              <a:buNone/>
            </a:pPr>
            <a:r>
              <a:rPr lang="en-US" sz="2400">
                <a:solidFill>
                  <a:srgbClr val="15193E"/>
                </a:solidFill>
              </a:rPr>
              <a:t>Reducir, mediante una gestión eficiente del stock, un 10% el capital inmovilizado en el plazo de un año.</a:t>
            </a:r>
            <a:endParaRPr sz="2400">
              <a:solidFill>
                <a:srgbClr val="15193E"/>
              </a:solidFill>
            </a:endParaRPr>
          </a:p>
          <a:p>
            <a:pPr marL="0" marR="0" lvl="0" indent="0" algn="l" rtl="0">
              <a:lnSpc>
                <a:spcPct val="120000"/>
              </a:lnSpc>
              <a:spcBef>
                <a:spcPts val="0"/>
              </a:spcBef>
              <a:spcAft>
                <a:spcPts val="0"/>
              </a:spcAft>
              <a:buNone/>
            </a:pPr>
            <a:endParaRPr sz="2100">
              <a:solidFill>
                <a:srgbClr val="15193E"/>
              </a:solidFill>
            </a:endParaRPr>
          </a:p>
        </p:txBody>
      </p:sp>
      <p:sp>
        <p:nvSpPr>
          <p:cNvPr id="167" name="Google Shape;167;g35c1c98a8db_0_67"/>
          <p:cNvSpPr/>
          <p:nvPr/>
        </p:nvSpPr>
        <p:spPr>
          <a:xfrm>
            <a:off x="1653028" y="535426"/>
            <a:ext cx="2726935" cy="1621287"/>
          </a:xfrm>
          <a:custGeom>
            <a:avLst/>
            <a:gdLst/>
            <a:ahLst/>
            <a:cxnLst/>
            <a:rect l="l" t="t" r="r" b="b"/>
            <a:pathLst>
              <a:path w="2726935" h="1621287" extrusionOk="0">
                <a:moveTo>
                  <a:pt x="0" y="0"/>
                </a:moveTo>
                <a:lnTo>
                  <a:pt x="2726935" y="0"/>
                </a:lnTo>
                <a:lnTo>
                  <a:pt x="2726935" y="1621287"/>
                </a:lnTo>
                <a:lnTo>
                  <a:pt x="0" y="1621287"/>
                </a:lnTo>
                <a:lnTo>
                  <a:pt x="0" y="0"/>
                </a:lnTo>
                <a:close/>
              </a:path>
            </a:pathLst>
          </a:custGeom>
          <a:blipFill rotWithShape="1">
            <a:blip r:embed="rId4">
              <a:alphaModFix/>
            </a:blip>
            <a:stretch>
              <a:fillRect/>
            </a:stretch>
          </a:blipFill>
          <a:ln>
            <a:noFill/>
          </a:ln>
        </p:spPr>
      </p:sp>
      <p:sp>
        <p:nvSpPr>
          <p:cNvPr id="168" name="Google Shape;168;g35c1c98a8db_0_67"/>
          <p:cNvSpPr/>
          <p:nvPr/>
        </p:nvSpPr>
        <p:spPr>
          <a:xfrm>
            <a:off x="571156" y="1610537"/>
            <a:ext cx="2599390" cy="1545456"/>
          </a:xfrm>
          <a:custGeom>
            <a:avLst/>
            <a:gdLst/>
            <a:ahLst/>
            <a:cxnLst/>
            <a:rect l="l" t="t" r="r" b="b"/>
            <a:pathLst>
              <a:path w="2599390" h="1545456" extrusionOk="0">
                <a:moveTo>
                  <a:pt x="0" y="0"/>
                </a:moveTo>
                <a:lnTo>
                  <a:pt x="2599391" y="0"/>
                </a:lnTo>
                <a:lnTo>
                  <a:pt x="2599391" y="1545455"/>
                </a:lnTo>
                <a:lnTo>
                  <a:pt x="0" y="1545455"/>
                </a:lnTo>
                <a:lnTo>
                  <a:pt x="0" y="0"/>
                </a:lnTo>
                <a:close/>
              </a:path>
            </a:pathLst>
          </a:custGeom>
          <a:blipFill rotWithShape="1">
            <a:blip r:embed="rId4">
              <a:alphaModFix/>
            </a:blip>
            <a:stretch>
              <a:fillRect/>
            </a:stretch>
          </a:blipFill>
          <a:ln>
            <a:noFill/>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4E5EC"/>
        </a:solidFill>
        <a:effectLst/>
      </p:bgPr>
    </p:bg>
    <p:spTree>
      <p:nvGrpSpPr>
        <p:cNvPr id="1" name="Shape 172"/>
        <p:cNvGrpSpPr/>
        <p:nvPr/>
      </p:nvGrpSpPr>
      <p:grpSpPr>
        <a:xfrm>
          <a:off x="0" y="0"/>
          <a:ext cx="0" cy="0"/>
          <a:chOff x="0" y="0"/>
          <a:chExt cx="0" cy="0"/>
        </a:xfrm>
      </p:grpSpPr>
      <p:sp>
        <p:nvSpPr>
          <p:cNvPr id="173" name="Google Shape;173;g35c1c98a8db_0_5"/>
          <p:cNvSpPr/>
          <p:nvPr/>
        </p:nvSpPr>
        <p:spPr>
          <a:xfrm>
            <a:off x="7243250" y="13"/>
            <a:ext cx="10167343" cy="10401374"/>
          </a:xfrm>
          <a:custGeom>
            <a:avLst/>
            <a:gdLst/>
            <a:ahLst/>
            <a:cxnLst/>
            <a:rect l="l" t="t" r="r" b="b"/>
            <a:pathLst>
              <a:path w="10401374" h="10401374" extrusionOk="0">
                <a:moveTo>
                  <a:pt x="0" y="0"/>
                </a:moveTo>
                <a:lnTo>
                  <a:pt x="10401374" y="0"/>
                </a:lnTo>
                <a:lnTo>
                  <a:pt x="10401374" y="10401374"/>
                </a:lnTo>
                <a:lnTo>
                  <a:pt x="0" y="10401374"/>
                </a:lnTo>
                <a:lnTo>
                  <a:pt x="0" y="0"/>
                </a:lnTo>
                <a:close/>
              </a:path>
            </a:pathLst>
          </a:custGeom>
          <a:blipFill rotWithShape="1">
            <a:blip r:embed="rId3">
              <a:alphaModFix/>
            </a:blip>
            <a:stretch>
              <a:fillRect/>
            </a:stretch>
          </a:blipFill>
          <a:ln>
            <a:noFill/>
          </a:ln>
        </p:spPr>
      </p:sp>
      <p:sp>
        <p:nvSpPr>
          <p:cNvPr id="174" name="Google Shape;174;g35c1c98a8db_0_5"/>
          <p:cNvSpPr/>
          <p:nvPr/>
        </p:nvSpPr>
        <p:spPr>
          <a:xfrm>
            <a:off x="-139536" y="-65741"/>
            <a:ext cx="2789693" cy="1658599"/>
          </a:xfrm>
          <a:custGeom>
            <a:avLst/>
            <a:gdLst/>
            <a:ahLst/>
            <a:cxnLst/>
            <a:rect l="l" t="t" r="r" b="b"/>
            <a:pathLst>
              <a:path w="2789693" h="1658599" extrusionOk="0">
                <a:moveTo>
                  <a:pt x="0" y="0"/>
                </a:moveTo>
                <a:lnTo>
                  <a:pt x="2789693" y="0"/>
                </a:lnTo>
                <a:lnTo>
                  <a:pt x="2789693" y="1658599"/>
                </a:lnTo>
                <a:lnTo>
                  <a:pt x="0" y="1658599"/>
                </a:lnTo>
                <a:lnTo>
                  <a:pt x="0" y="0"/>
                </a:lnTo>
                <a:close/>
              </a:path>
            </a:pathLst>
          </a:custGeom>
          <a:blipFill rotWithShape="1">
            <a:blip r:embed="rId4">
              <a:alphaModFix/>
            </a:blip>
            <a:stretch>
              <a:fillRect/>
            </a:stretch>
          </a:blipFill>
          <a:ln>
            <a:noFill/>
          </a:ln>
        </p:spPr>
      </p:sp>
      <p:sp>
        <p:nvSpPr>
          <p:cNvPr id="175" name="Google Shape;175;g35c1c98a8db_0_5"/>
          <p:cNvSpPr/>
          <p:nvPr/>
        </p:nvSpPr>
        <p:spPr>
          <a:xfrm>
            <a:off x="-505590" y="595952"/>
            <a:ext cx="2789693" cy="1658599"/>
          </a:xfrm>
          <a:custGeom>
            <a:avLst/>
            <a:gdLst/>
            <a:ahLst/>
            <a:cxnLst/>
            <a:rect l="l" t="t" r="r" b="b"/>
            <a:pathLst>
              <a:path w="2789693" h="1658599" extrusionOk="0">
                <a:moveTo>
                  <a:pt x="0" y="0"/>
                </a:moveTo>
                <a:lnTo>
                  <a:pt x="2789693" y="0"/>
                </a:lnTo>
                <a:lnTo>
                  <a:pt x="2789693" y="1658599"/>
                </a:lnTo>
                <a:lnTo>
                  <a:pt x="0" y="1658599"/>
                </a:lnTo>
                <a:lnTo>
                  <a:pt x="0" y="0"/>
                </a:lnTo>
                <a:close/>
              </a:path>
            </a:pathLst>
          </a:custGeom>
          <a:blipFill rotWithShape="1">
            <a:blip r:embed="rId4">
              <a:alphaModFix/>
            </a:blip>
            <a:stretch>
              <a:fillRect/>
            </a:stretch>
          </a:blipFill>
          <a:ln>
            <a:noFill/>
          </a:ln>
        </p:spPr>
      </p:sp>
      <p:sp>
        <p:nvSpPr>
          <p:cNvPr id="176" name="Google Shape;176;g35c1c98a8db_0_5"/>
          <p:cNvSpPr/>
          <p:nvPr/>
        </p:nvSpPr>
        <p:spPr>
          <a:xfrm>
            <a:off x="-653067" y="8"/>
            <a:ext cx="2362646" cy="1404701"/>
          </a:xfrm>
          <a:custGeom>
            <a:avLst/>
            <a:gdLst/>
            <a:ahLst/>
            <a:cxnLst/>
            <a:rect l="l" t="t" r="r" b="b"/>
            <a:pathLst>
              <a:path w="2362646" h="1404701" extrusionOk="0">
                <a:moveTo>
                  <a:pt x="0" y="0"/>
                </a:moveTo>
                <a:lnTo>
                  <a:pt x="2362647" y="0"/>
                </a:lnTo>
                <a:lnTo>
                  <a:pt x="2362647" y="1404701"/>
                </a:lnTo>
                <a:lnTo>
                  <a:pt x="0" y="1404701"/>
                </a:lnTo>
                <a:lnTo>
                  <a:pt x="0" y="0"/>
                </a:lnTo>
                <a:close/>
              </a:path>
            </a:pathLst>
          </a:custGeom>
          <a:blipFill rotWithShape="1">
            <a:blip r:embed="rId4">
              <a:alphaModFix/>
            </a:blip>
            <a:stretch>
              <a:fillRect/>
            </a:stretch>
          </a:blipFill>
          <a:ln>
            <a:noFill/>
          </a:ln>
        </p:spPr>
      </p:sp>
      <p:sp>
        <p:nvSpPr>
          <p:cNvPr id="177" name="Google Shape;177;g35c1c98a8db_0_5"/>
          <p:cNvSpPr/>
          <p:nvPr/>
        </p:nvSpPr>
        <p:spPr>
          <a:xfrm rot="10800000" flipH="1">
            <a:off x="-11" y="8628392"/>
            <a:ext cx="2789693" cy="1658599"/>
          </a:xfrm>
          <a:custGeom>
            <a:avLst/>
            <a:gdLst/>
            <a:ahLst/>
            <a:cxnLst/>
            <a:rect l="l" t="t" r="r" b="b"/>
            <a:pathLst>
              <a:path w="2789693" h="1658599" extrusionOk="0">
                <a:moveTo>
                  <a:pt x="0" y="1658599"/>
                </a:moveTo>
                <a:lnTo>
                  <a:pt x="2789693" y="1658599"/>
                </a:lnTo>
                <a:lnTo>
                  <a:pt x="2789693" y="0"/>
                </a:lnTo>
                <a:lnTo>
                  <a:pt x="0" y="0"/>
                </a:lnTo>
                <a:lnTo>
                  <a:pt x="0" y="1658599"/>
                </a:lnTo>
                <a:close/>
              </a:path>
            </a:pathLst>
          </a:custGeom>
          <a:blipFill rotWithShape="1">
            <a:blip r:embed="rId4">
              <a:alphaModFix/>
            </a:blip>
            <a:stretch>
              <a:fillRect/>
            </a:stretch>
          </a:blipFill>
          <a:ln>
            <a:noFill/>
          </a:ln>
        </p:spPr>
      </p:sp>
      <p:sp>
        <p:nvSpPr>
          <p:cNvPr id="178" name="Google Shape;178;g35c1c98a8db_0_5"/>
          <p:cNvSpPr/>
          <p:nvPr/>
        </p:nvSpPr>
        <p:spPr>
          <a:xfrm rot="10800000" flipH="1">
            <a:off x="-486767" y="8755343"/>
            <a:ext cx="2362646" cy="1404701"/>
          </a:xfrm>
          <a:custGeom>
            <a:avLst/>
            <a:gdLst/>
            <a:ahLst/>
            <a:cxnLst/>
            <a:rect l="l" t="t" r="r" b="b"/>
            <a:pathLst>
              <a:path w="2362646" h="1404701" extrusionOk="0">
                <a:moveTo>
                  <a:pt x="0" y="1404701"/>
                </a:moveTo>
                <a:lnTo>
                  <a:pt x="2362647" y="1404701"/>
                </a:lnTo>
                <a:lnTo>
                  <a:pt x="2362647" y="0"/>
                </a:lnTo>
                <a:lnTo>
                  <a:pt x="0" y="0"/>
                </a:lnTo>
                <a:lnTo>
                  <a:pt x="0" y="1404701"/>
                </a:lnTo>
                <a:close/>
              </a:path>
            </a:pathLst>
          </a:custGeom>
          <a:blipFill rotWithShape="1">
            <a:blip r:embed="rId4">
              <a:alphaModFix/>
            </a:blip>
            <a:stretch>
              <a:fillRect/>
            </a:stretch>
          </a:blipFill>
          <a:ln>
            <a:noFill/>
          </a:ln>
        </p:spPr>
      </p:sp>
      <p:cxnSp>
        <p:nvCxnSpPr>
          <p:cNvPr id="179" name="Google Shape;179;g35c1c98a8db_0_5"/>
          <p:cNvCxnSpPr/>
          <p:nvPr/>
        </p:nvCxnSpPr>
        <p:spPr>
          <a:xfrm>
            <a:off x="7925516" y="1085888"/>
            <a:ext cx="0" cy="8229600"/>
          </a:xfrm>
          <a:prstGeom prst="straightConnector1">
            <a:avLst/>
          </a:prstGeom>
          <a:noFill/>
          <a:ln w="38100" cap="flat" cmpd="sng">
            <a:solidFill>
              <a:srgbClr val="FFFFFF"/>
            </a:solidFill>
            <a:prstDash val="solid"/>
            <a:round/>
            <a:headEnd type="none" w="sm" len="sm"/>
            <a:tailEnd type="none" w="sm" len="sm"/>
          </a:ln>
        </p:spPr>
      </p:cxnSp>
      <p:grpSp>
        <p:nvGrpSpPr>
          <p:cNvPr id="180" name="Google Shape;180;g35c1c98a8db_0_5"/>
          <p:cNvGrpSpPr/>
          <p:nvPr/>
        </p:nvGrpSpPr>
        <p:grpSpPr>
          <a:xfrm>
            <a:off x="7523599" y="1861442"/>
            <a:ext cx="955040" cy="955040"/>
            <a:chOff x="0" y="0"/>
            <a:chExt cx="812800" cy="812800"/>
          </a:xfrm>
        </p:grpSpPr>
        <p:sp>
          <p:nvSpPr>
            <p:cNvPr id="181" name="Google Shape;181;g35c1c98a8db_0_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g35c1c98a8db_0_5"/>
            <p:cNvSpPr txBox="1"/>
            <p:nvPr/>
          </p:nvSpPr>
          <p:spPr>
            <a:xfrm>
              <a:off x="76200" y="38100"/>
              <a:ext cx="660300" cy="69840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83" name="Google Shape;183;g35c1c98a8db_0_5"/>
          <p:cNvGrpSpPr/>
          <p:nvPr/>
        </p:nvGrpSpPr>
        <p:grpSpPr>
          <a:xfrm>
            <a:off x="7447999" y="4457149"/>
            <a:ext cx="955040" cy="955040"/>
            <a:chOff x="0" y="0"/>
            <a:chExt cx="812800" cy="812800"/>
          </a:xfrm>
        </p:grpSpPr>
        <p:sp>
          <p:nvSpPr>
            <p:cNvPr id="184" name="Google Shape;184;g35c1c98a8db_0_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g35c1c98a8db_0_5"/>
            <p:cNvSpPr txBox="1"/>
            <p:nvPr/>
          </p:nvSpPr>
          <p:spPr>
            <a:xfrm>
              <a:off x="76200" y="38100"/>
              <a:ext cx="660300" cy="69840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86" name="Google Shape;186;g35c1c98a8db_0_5"/>
          <p:cNvGrpSpPr/>
          <p:nvPr/>
        </p:nvGrpSpPr>
        <p:grpSpPr>
          <a:xfrm>
            <a:off x="7447999" y="7052884"/>
            <a:ext cx="955040" cy="955040"/>
            <a:chOff x="0" y="0"/>
            <a:chExt cx="812800" cy="812800"/>
          </a:xfrm>
        </p:grpSpPr>
        <p:sp>
          <p:nvSpPr>
            <p:cNvPr id="187" name="Google Shape;187;g35c1c98a8db_0_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g35c1c98a8db_0_5"/>
            <p:cNvSpPr txBox="1"/>
            <p:nvPr/>
          </p:nvSpPr>
          <p:spPr>
            <a:xfrm>
              <a:off x="76200" y="38100"/>
              <a:ext cx="660300" cy="69840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89" name="Google Shape;189;g35c1c98a8db_0_5"/>
          <p:cNvSpPr txBox="1"/>
          <p:nvPr/>
        </p:nvSpPr>
        <p:spPr>
          <a:xfrm>
            <a:off x="1431975" y="2888550"/>
            <a:ext cx="4762500" cy="932400"/>
          </a:xfrm>
          <a:prstGeom prst="rect">
            <a:avLst/>
          </a:prstGeom>
          <a:noFill/>
          <a:ln>
            <a:noFill/>
          </a:ln>
        </p:spPr>
        <p:txBody>
          <a:bodyPr spcFirstLastPara="1" wrap="square" lIns="0" tIns="0" rIns="0" bIns="0" anchor="t" anchorCtr="0">
            <a:spAutoFit/>
          </a:bodyPr>
          <a:lstStyle/>
          <a:p>
            <a:pPr marL="0" marR="0" lvl="0" indent="0" algn="l" rtl="0">
              <a:lnSpc>
                <a:spcPct val="93999"/>
              </a:lnSpc>
              <a:spcBef>
                <a:spcPts val="0"/>
              </a:spcBef>
              <a:spcAft>
                <a:spcPts val="0"/>
              </a:spcAft>
              <a:buNone/>
            </a:pPr>
            <a:r>
              <a:rPr lang="en-US" sz="6444">
                <a:solidFill>
                  <a:srgbClr val="15193E"/>
                </a:solidFill>
                <a:latin typeface="Merriweather Black"/>
                <a:ea typeface="Merriweather Black"/>
                <a:cs typeface="Merriweather Black"/>
                <a:sym typeface="Merriweather Black"/>
              </a:rPr>
              <a:t>OBJETIVOS</a:t>
            </a:r>
            <a:endParaRPr sz="6444">
              <a:solidFill>
                <a:srgbClr val="15193E"/>
              </a:solidFill>
              <a:latin typeface="Merriweather Black"/>
              <a:ea typeface="Merriweather Black"/>
              <a:cs typeface="Merriweather Black"/>
              <a:sym typeface="Merriweather Black"/>
            </a:endParaRPr>
          </a:p>
        </p:txBody>
      </p:sp>
      <p:sp>
        <p:nvSpPr>
          <p:cNvPr id="190" name="Google Shape;190;g35c1c98a8db_0_5"/>
          <p:cNvSpPr txBox="1"/>
          <p:nvPr/>
        </p:nvSpPr>
        <p:spPr>
          <a:xfrm>
            <a:off x="8674011" y="1983464"/>
            <a:ext cx="6575700" cy="7110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2100" b="0" i="0" u="none" strike="noStrike" cap="none">
                <a:solidFill>
                  <a:srgbClr val="F0F2FD"/>
                </a:solidFill>
                <a:latin typeface="Arial"/>
                <a:ea typeface="Arial"/>
                <a:cs typeface="Arial"/>
                <a:sym typeface="Arial"/>
              </a:rPr>
              <a:t>Mejorar la disponibilidad de información sobre la evolución de las existencias.</a:t>
            </a:r>
            <a:endParaRPr sz="2100" b="0" i="0" u="none" strike="noStrike" cap="none">
              <a:solidFill>
                <a:srgbClr val="F0F2FD"/>
              </a:solidFill>
              <a:latin typeface="Arial"/>
              <a:ea typeface="Arial"/>
              <a:cs typeface="Arial"/>
              <a:sym typeface="Arial"/>
            </a:endParaRPr>
          </a:p>
        </p:txBody>
      </p:sp>
      <p:sp>
        <p:nvSpPr>
          <p:cNvPr id="191" name="Google Shape;191;g35c1c98a8db_0_5"/>
          <p:cNvSpPr txBox="1"/>
          <p:nvPr/>
        </p:nvSpPr>
        <p:spPr>
          <a:xfrm>
            <a:off x="8593936" y="4579183"/>
            <a:ext cx="6575700" cy="7110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2100" b="0" i="0" u="none" strike="noStrike" cap="none">
                <a:solidFill>
                  <a:srgbClr val="F0F2FD"/>
                </a:solidFill>
                <a:latin typeface="Arial"/>
                <a:ea typeface="Arial"/>
                <a:cs typeface="Arial"/>
                <a:sym typeface="Arial"/>
              </a:rPr>
              <a:t>Mejorar la disponibilidad de información sobre las ventas.</a:t>
            </a:r>
            <a:endParaRPr sz="2100" b="0" i="0" u="none" strike="noStrike" cap="none">
              <a:solidFill>
                <a:srgbClr val="F0F2FD"/>
              </a:solidFill>
              <a:latin typeface="Arial"/>
              <a:ea typeface="Arial"/>
              <a:cs typeface="Arial"/>
              <a:sym typeface="Arial"/>
            </a:endParaRPr>
          </a:p>
        </p:txBody>
      </p:sp>
      <p:sp>
        <p:nvSpPr>
          <p:cNvPr id="192" name="Google Shape;192;g35c1c98a8db_0_5"/>
          <p:cNvSpPr txBox="1"/>
          <p:nvPr/>
        </p:nvSpPr>
        <p:spPr>
          <a:xfrm>
            <a:off x="8593936" y="7174880"/>
            <a:ext cx="6575700" cy="7110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2100" b="0" i="0" u="none" strike="noStrike" cap="none">
                <a:solidFill>
                  <a:srgbClr val="F0F2FD"/>
                </a:solidFill>
                <a:latin typeface="Arial"/>
                <a:ea typeface="Arial"/>
                <a:cs typeface="Arial"/>
                <a:sym typeface="Arial"/>
              </a:rPr>
              <a:t>Mejorar la disponibilidad de información sobre las compras.</a:t>
            </a:r>
            <a:endParaRPr/>
          </a:p>
        </p:txBody>
      </p:sp>
      <p:sp>
        <p:nvSpPr>
          <p:cNvPr id="193" name="Google Shape;193;g35c1c98a8db_0_5"/>
          <p:cNvSpPr txBox="1"/>
          <p:nvPr/>
        </p:nvSpPr>
        <p:spPr>
          <a:xfrm>
            <a:off x="8593936" y="6660476"/>
            <a:ext cx="6575700" cy="3231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2100" b="0" i="0" u="none" strike="noStrike" cap="none">
                <a:solidFill>
                  <a:srgbClr val="F0F2FD"/>
                </a:solidFill>
                <a:latin typeface="Arial"/>
                <a:ea typeface="Arial"/>
                <a:cs typeface="Arial"/>
                <a:sym typeface="Arial"/>
              </a:rPr>
              <a:t> </a:t>
            </a:r>
            <a:endParaRPr sz="2100" b="0" i="0" u="none" strike="noStrike" cap="none">
              <a:solidFill>
                <a:srgbClr val="F0F2FD"/>
              </a:solidFill>
              <a:latin typeface="Arial"/>
              <a:ea typeface="Arial"/>
              <a:cs typeface="Arial"/>
              <a:sym typeface="Arial"/>
            </a:endParaRPr>
          </a:p>
        </p:txBody>
      </p:sp>
      <p:sp>
        <p:nvSpPr>
          <p:cNvPr id="194" name="Google Shape;194;g35c1c98a8db_0_5"/>
          <p:cNvSpPr txBox="1"/>
          <p:nvPr/>
        </p:nvSpPr>
        <p:spPr>
          <a:xfrm>
            <a:off x="7640078" y="2116974"/>
            <a:ext cx="722100" cy="444000"/>
          </a:xfrm>
          <a:prstGeom prst="rect">
            <a:avLst/>
          </a:prstGeom>
          <a:noFill/>
          <a:ln>
            <a:noFill/>
          </a:ln>
        </p:spPr>
        <p:txBody>
          <a:bodyPr spcFirstLastPara="1" wrap="square" lIns="0" tIns="0" rIns="0" bIns="0" anchor="t" anchorCtr="0">
            <a:spAutoFit/>
          </a:bodyPr>
          <a:lstStyle/>
          <a:p>
            <a:pPr marL="0" marR="0" lvl="0" indent="0" algn="ctr" rtl="0">
              <a:lnSpc>
                <a:spcPct val="102982"/>
              </a:lnSpc>
              <a:spcBef>
                <a:spcPts val="0"/>
              </a:spcBef>
              <a:spcAft>
                <a:spcPts val="0"/>
              </a:spcAft>
              <a:buNone/>
            </a:pPr>
            <a:r>
              <a:rPr lang="en-US" sz="2884" b="1" i="0" u="none" strike="noStrike" cap="none">
                <a:solidFill>
                  <a:srgbClr val="5666F8"/>
                </a:solidFill>
                <a:latin typeface="Ultra"/>
                <a:ea typeface="Ultra"/>
                <a:cs typeface="Ultra"/>
                <a:sym typeface="Ultra"/>
              </a:rPr>
              <a:t>01</a:t>
            </a:r>
            <a:endParaRPr/>
          </a:p>
        </p:txBody>
      </p:sp>
      <p:sp>
        <p:nvSpPr>
          <p:cNvPr id="195" name="Google Shape;195;g35c1c98a8db_0_5"/>
          <p:cNvSpPr txBox="1"/>
          <p:nvPr/>
        </p:nvSpPr>
        <p:spPr>
          <a:xfrm>
            <a:off x="7564478" y="4712680"/>
            <a:ext cx="722100" cy="444000"/>
          </a:xfrm>
          <a:prstGeom prst="rect">
            <a:avLst/>
          </a:prstGeom>
          <a:noFill/>
          <a:ln>
            <a:noFill/>
          </a:ln>
        </p:spPr>
        <p:txBody>
          <a:bodyPr spcFirstLastPara="1" wrap="square" lIns="0" tIns="0" rIns="0" bIns="0" anchor="t" anchorCtr="0">
            <a:spAutoFit/>
          </a:bodyPr>
          <a:lstStyle/>
          <a:p>
            <a:pPr marL="0" marR="0" lvl="0" indent="0" algn="ctr" rtl="0">
              <a:lnSpc>
                <a:spcPct val="102982"/>
              </a:lnSpc>
              <a:spcBef>
                <a:spcPts val="0"/>
              </a:spcBef>
              <a:spcAft>
                <a:spcPts val="0"/>
              </a:spcAft>
              <a:buNone/>
            </a:pPr>
            <a:r>
              <a:rPr lang="en-US" sz="2884" b="1" i="0" u="none" strike="noStrike" cap="none">
                <a:solidFill>
                  <a:srgbClr val="5666F8"/>
                </a:solidFill>
                <a:latin typeface="Ultra"/>
                <a:ea typeface="Ultra"/>
                <a:cs typeface="Ultra"/>
                <a:sym typeface="Ultra"/>
              </a:rPr>
              <a:t>02</a:t>
            </a:r>
            <a:endParaRPr/>
          </a:p>
        </p:txBody>
      </p:sp>
      <p:sp>
        <p:nvSpPr>
          <p:cNvPr id="196" name="Google Shape;196;g35c1c98a8db_0_5"/>
          <p:cNvSpPr txBox="1"/>
          <p:nvPr/>
        </p:nvSpPr>
        <p:spPr>
          <a:xfrm>
            <a:off x="7564478" y="7308377"/>
            <a:ext cx="722100" cy="444000"/>
          </a:xfrm>
          <a:prstGeom prst="rect">
            <a:avLst/>
          </a:prstGeom>
          <a:noFill/>
          <a:ln>
            <a:noFill/>
          </a:ln>
        </p:spPr>
        <p:txBody>
          <a:bodyPr spcFirstLastPara="1" wrap="square" lIns="0" tIns="0" rIns="0" bIns="0" anchor="t" anchorCtr="0">
            <a:spAutoFit/>
          </a:bodyPr>
          <a:lstStyle/>
          <a:p>
            <a:pPr marL="0" marR="0" lvl="0" indent="0" algn="ctr" rtl="0">
              <a:lnSpc>
                <a:spcPct val="102982"/>
              </a:lnSpc>
              <a:spcBef>
                <a:spcPts val="0"/>
              </a:spcBef>
              <a:spcAft>
                <a:spcPts val="0"/>
              </a:spcAft>
              <a:buNone/>
            </a:pPr>
            <a:r>
              <a:rPr lang="en-US" sz="2884" b="1" i="0" u="none" strike="noStrike" cap="none">
                <a:solidFill>
                  <a:srgbClr val="5666F8"/>
                </a:solidFill>
                <a:latin typeface="Ultra"/>
                <a:ea typeface="Ultra"/>
                <a:cs typeface="Ultra"/>
                <a:sym typeface="Ultra"/>
              </a:rPr>
              <a:t>03</a:t>
            </a:r>
            <a:endParaRPr/>
          </a:p>
        </p:txBody>
      </p:sp>
      <p:sp>
        <p:nvSpPr>
          <p:cNvPr id="197" name="Google Shape;197;g35c1c98a8db_0_5"/>
          <p:cNvSpPr txBox="1"/>
          <p:nvPr/>
        </p:nvSpPr>
        <p:spPr>
          <a:xfrm>
            <a:off x="7564478" y="6714723"/>
            <a:ext cx="722100" cy="215400"/>
          </a:xfrm>
          <a:prstGeom prst="rect">
            <a:avLst/>
          </a:prstGeom>
          <a:noFill/>
          <a:ln>
            <a:noFill/>
          </a:ln>
        </p:spPr>
        <p:txBody>
          <a:bodyPr spcFirstLastPara="1" wrap="square" lIns="0" tIns="0" rIns="0" bIns="0" anchor="t" anchorCtr="0">
            <a:spAutoFit/>
          </a:bodyPr>
          <a:lstStyle/>
          <a:p>
            <a:pPr marL="0" marR="0" lvl="0" indent="0" algn="l" rtl="0">
              <a:lnSpc>
                <a:spcPct val="102982"/>
              </a:lnSpc>
              <a:spcBef>
                <a:spcPts val="0"/>
              </a:spcBef>
              <a:spcAft>
                <a:spcPts val="0"/>
              </a:spcAft>
              <a:buNone/>
            </a:pPr>
            <a:endParaRPr/>
          </a:p>
        </p:txBody>
      </p:sp>
      <p:sp>
        <p:nvSpPr>
          <p:cNvPr id="198" name="Google Shape;198;g35c1c98a8db_0_5"/>
          <p:cNvSpPr txBox="1"/>
          <p:nvPr/>
        </p:nvSpPr>
        <p:spPr>
          <a:xfrm>
            <a:off x="744675" y="4164900"/>
            <a:ext cx="6137100" cy="932400"/>
          </a:xfrm>
          <a:prstGeom prst="rect">
            <a:avLst/>
          </a:prstGeom>
          <a:noFill/>
          <a:ln>
            <a:noFill/>
          </a:ln>
        </p:spPr>
        <p:txBody>
          <a:bodyPr spcFirstLastPara="1" wrap="square" lIns="0" tIns="0" rIns="0" bIns="0" anchor="t" anchorCtr="0">
            <a:spAutoFit/>
          </a:bodyPr>
          <a:lstStyle/>
          <a:p>
            <a:pPr marL="0" marR="0" lvl="0" indent="0" algn="l" rtl="0">
              <a:lnSpc>
                <a:spcPct val="93999"/>
              </a:lnSpc>
              <a:spcBef>
                <a:spcPts val="0"/>
              </a:spcBef>
              <a:spcAft>
                <a:spcPts val="0"/>
              </a:spcAft>
              <a:buNone/>
            </a:pPr>
            <a:r>
              <a:rPr lang="en-US" sz="6444">
                <a:solidFill>
                  <a:srgbClr val="15193E"/>
                </a:solidFill>
                <a:latin typeface="Merriweather Black"/>
                <a:ea typeface="Merriweather Black"/>
                <a:cs typeface="Merriweather Black"/>
                <a:sym typeface="Merriweather Black"/>
              </a:rPr>
              <a:t>SECUNDARIOS</a:t>
            </a:r>
            <a:endParaRPr sz="6444">
              <a:solidFill>
                <a:srgbClr val="15193E"/>
              </a:solidFill>
              <a:latin typeface="Merriweather Black"/>
              <a:ea typeface="Merriweather Black"/>
              <a:cs typeface="Merriweather Black"/>
              <a:sym typeface="Merriweather Black"/>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4E5EC"/>
        </a:solidFill>
        <a:effectLst/>
      </p:bgPr>
    </p:bg>
    <p:spTree>
      <p:nvGrpSpPr>
        <p:cNvPr id="1" name="Shape 202"/>
        <p:cNvGrpSpPr/>
        <p:nvPr/>
      </p:nvGrpSpPr>
      <p:grpSpPr>
        <a:xfrm>
          <a:off x="0" y="0"/>
          <a:ext cx="0" cy="0"/>
          <a:chOff x="0" y="0"/>
          <a:chExt cx="0" cy="0"/>
        </a:xfrm>
      </p:grpSpPr>
      <p:sp>
        <p:nvSpPr>
          <p:cNvPr id="203" name="Google Shape;203;g35b4f27b0bb_0_3"/>
          <p:cNvSpPr/>
          <p:nvPr/>
        </p:nvSpPr>
        <p:spPr>
          <a:xfrm>
            <a:off x="7243250" y="13"/>
            <a:ext cx="10167343" cy="10401374"/>
          </a:xfrm>
          <a:custGeom>
            <a:avLst/>
            <a:gdLst/>
            <a:ahLst/>
            <a:cxnLst/>
            <a:rect l="l" t="t" r="r" b="b"/>
            <a:pathLst>
              <a:path w="10401374" h="10401374" extrusionOk="0">
                <a:moveTo>
                  <a:pt x="0" y="0"/>
                </a:moveTo>
                <a:lnTo>
                  <a:pt x="10401374" y="0"/>
                </a:lnTo>
                <a:lnTo>
                  <a:pt x="10401374" y="10401374"/>
                </a:lnTo>
                <a:lnTo>
                  <a:pt x="0" y="10401374"/>
                </a:lnTo>
                <a:lnTo>
                  <a:pt x="0" y="0"/>
                </a:lnTo>
                <a:close/>
              </a:path>
            </a:pathLst>
          </a:custGeom>
          <a:blipFill rotWithShape="1">
            <a:blip r:embed="rId3">
              <a:alphaModFix/>
            </a:blip>
            <a:stretch>
              <a:fillRect/>
            </a:stretch>
          </a:blipFill>
          <a:ln>
            <a:noFill/>
          </a:ln>
        </p:spPr>
      </p:sp>
      <p:sp>
        <p:nvSpPr>
          <p:cNvPr id="204" name="Google Shape;204;g35b4f27b0bb_0_3"/>
          <p:cNvSpPr/>
          <p:nvPr/>
        </p:nvSpPr>
        <p:spPr>
          <a:xfrm>
            <a:off x="-139536" y="-65741"/>
            <a:ext cx="2789693" cy="1658599"/>
          </a:xfrm>
          <a:custGeom>
            <a:avLst/>
            <a:gdLst/>
            <a:ahLst/>
            <a:cxnLst/>
            <a:rect l="l" t="t" r="r" b="b"/>
            <a:pathLst>
              <a:path w="2789693" h="1658599" extrusionOk="0">
                <a:moveTo>
                  <a:pt x="0" y="0"/>
                </a:moveTo>
                <a:lnTo>
                  <a:pt x="2789693" y="0"/>
                </a:lnTo>
                <a:lnTo>
                  <a:pt x="2789693" y="1658599"/>
                </a:lnTo>
                <a:lnTo>
                  <a:pt x="0" y="1658599"/>
                </a:lnTo>
                <a:lnTo>
                  <a:pt x="0" y="0"/>
                </a:lnTo>
                <a:close/>
              </a:path>
            </a:pathLst>
          </a:custGeom>
          <a:blipFill rotWithShape="1">
            <a:blip r:embed="rId4">
              <a:alphaModFix/>
            </a:blip>
            <a:stretch>
              <a:fillRect/>
            </a:stretch>
          </a:blipFill>
          <a:ln>
            <a:noFill/>
          </a:ln>
        </p:spPr>
      </p:sp>
      <p:sp>
        <p:nvSpPr>
          <p:cNvPr id="205" name="Google Shape;205;g35b4f27b0bb_0_3"/>
          <p:cNvSpPr/>
          <p:nvPr/>
        </p:nvSpPr>
        <p:spPr>
          <a:xfrm>
            <a:off x="-505590" y="595952"/>
            <a:ext cx="2789693" cy="1658599"/>
          </a:xfrm>
          <a:custGeom>
            <a:avLst/>
            <a:gdLst/>
            <a:ahLst/>
            <a:cxnLst/>
            <a:rect l="l" t="t" r="r" b="b"/>
            <a:pathLst>
              <a:path w="2789693" h="1658599" extrusionOk="0">
                <a:moveTo>
                  <a:pt x="0" y="0"/>
                </a:moveTo>
                <a:lnTo>
                  <a:pt x="2789693" y="0"/>
                </a:lnTo>
                <a:lnTo>
                  <a:pt x="2789693" y="1658599"/>
                </a:lnTo>
                <a:lnTo>
                  <a:pt x="0" y="1658599"/>
                </a:lnTo>
                <a:lnTo>
                  <a:pt x="0" y="0"/>
                </a:lnTo>
                <a:close/>
              </a:path>
            </a:pathLst>
          </a:custGeom>
          <a:blipFill rotWithShape="1">
            <a:blip r:embed="rId4">
              <a:alphaModFix/>
            </a:blip>
            <a:stretch>
              <a:fillRect/>
            </a:stretch>
          </a:blipFill>
          <a:ln>
            <a:noFill/>
          </a:ln>
        </p:spPr>
      </p:sp>
      <p:sp>
        <p:nvSpPr>
          <p:cNvPr id="206" name="Google Shape;206;g35b4f27b0bb_0_3"/>
          <p:cNvSpPr/>
          <p:nvPr/>
        </p:nvSpPr>
        <p:spPr>
          <a:xfrm>
            <a:off x="-653067" y="8"/>
            <a:ext cx="2362646" cy="1404701"/>
          </a:xfrm>
          <a:custGeom>
            <a:avLst/>
            <a:gdLst/>
            <a:ahLst/>
            <a:cxnLst/>
            <a:rect l="l" t="t" r="r" b="b"/>
            <a:pathLst>
              <a:path w="2362646" h="1404701" extrusionOk="0">
                <a:moveTo>
                  <a:pt x="0" y="0"/>
                </a:moveTo>
                <a:lnTo>
                  <a:pt x="2362647" y="0"/>
                </a:lnTo>
                <a:lnTo>
                  <a:pt x="2362647" y="1404701"/>
                </a:lnTo>
                <a:lnTo>
                  <a:pt x="0" y="1404701"/>
                </a:lnTo>
                <a:lnTo>
                  <a:pt x="0" y="0"/>
                </a:lnTo>
                <a:close/>
              </a:path>
            </a:pathLst>
          </a:custGeom>
          <a:blipFill rotWithShape="1">
            <a:blip r:embed="rId4">
              <a:alphaModFix/>
            </a:blip>
            <a:stretch>
              <a:fillRect/>
            </a:stretch>
          </a:blipFill>
          <a:ln>
            <a:noFill/>
          </a:ln>
        </p:spPr>
      </p:sp>
      <p:sp>
        <p:nvSpPr>
          <p:cNvPr id="207" name="Google Shape;207;g35b4f27b0bb_0_3"/>
          <p:cNvSpPr/>
          <p:nvPr/>
        </p:nvSpPr>
        <p:spPr>
          <a:xfrm rot="10800000" flipH="1">
            <a:off x="-11" y="8628392"/>
            <a:ext cx="2789693" cy="1658599"/>
          </a:xfrm>
          <a:custGeom>
            <a:avLst/>
            <a:gdLst/>
            <a:ahLst/>
            <a:cxnLst/>
            <a:rect l="l" t="t" r="r" b="b"/>
            <a:pathLst>
              <a:path w="2789693" h="1658599" extrusionOk="0">
                <a:moveTo>
                  <a:pt x="0" y="1658599"/>
                </a:moveTo>
                <a:lnTo>
                  <a:pt x="2789693" y="1658599"/>
                </a:lnTo>
                <a:lnTo>
                  <a:pt x="2789693" y="0"/>
                </a:lnTo>
                <a:lnTo>
                  <a:pt x="0" y="0"/>
                </a:lnTo>
                <a:lnTo>
                  <a:pt x="0" y="1658599"/>
                </a:lnTo>
                <a:close/>
              </a:path>
            </a:pathLst>
          </a:custGeom>
          <a:blipFill rotWithShape="1">
            <a:blip r:embed="rId4">
              <a:alphaModFix/>
            </a:blip>
            <a:stretch>
              <a:fillRect/>
            </a:stretch>
          </a:blipFill>
          <a:ln>
            <a:noFill/>
          </a:ln>
        </p:spPr>
      </p:sp>
      <p:sp>
        <p:nvSpPr>
          <p:cNvPr id="208" name="Google Shape;208;g35b4f27b0bb_0_3"/>
          <p:cNvSpPr/>
          <p:nvPr/>
        </p:nvSpPr>
        <p:spPr>
          <a:xfrm rot="10800000" flipH="1">
            <a:off x="-486767" y="8755343"/>
            <a:ext cx="2362646" cy="1404701"/>
          </a:xfrm>
          <a:custGeom>
            <a:avLst/>
            <a:gdLst/>
            <a:ahLst/>
            <a:cxnLst/>
            <a:rect l="l" t="t" r="r" b="b"/>
            <a:pathLst>
              <a:path w="2362646" h="1404701" extrusionOk="0">
                <a:moveTo>
                  <a:pt x="0" y="1404701"/>
                </a:moveTo>
                <a:lnTo>
                  <a:pt x="2362647" y="1404701"/>
                </a:lnTo>
                <a:lnTo>
                  <a:pt x="2362647" y="0"/>
                </a:lnTo>
                <a:lnTo>
                  <a:pt x="0" y="0"/>
                </a:lnTo>
                <a:lnTo>
                  <a:pt x="0" y="1404701"/>
                </a:lnTo>
                <a:close/>
              </a:path>
            </a:pathLst>
          </a:custGeom>
          <a:blipFill rotWithShape="1">
            <a:blip r:embed="rId4">
              <a:alphaModFix/>
            </a:blip>
            <a:stretch>
              <a:fillRect/>
            </a:stretch>
          </a:blipFill>
          <a:ln>
            <a:noFill/>
          </a:ln>
        </p:spPr>
      </p:sp>
      <p:cxnSp>
        <p:nvCxnSpPr>
          <p:cNvPr id="209" name="Google Shape;209;g35b4f27b0bb_0_3"/>
          <p:cNvCxnSpPr/>
          <p:nvPr/>
        </p:nvCxnSpPr>
        <p:spPr>
          <a:xfrm>
            <a:off x="7925516" y="1085888"/>
            <a:ext cx="0" cy="8229600"/>
          </a:xfrm>
          <a:prstGeom prst="straightConnector1">
            <a:avLst/>
          </a:prstGeom>
          <a:noFill/>
          <a:ln w="38100" cap="flat" cmpd="sng">
            <a:solidFill>
              <a:srgbClr val="FFFFFF"/>
            </a:solidFill>
            <a:prstDash val="solid"/>
            <a:round/>
            <a:headEnd type="none" w="sm" len="sm"/>
            <a:tailEnd type="none" w="sm" len="sm"/>
          </a:ln>
        </p:spPr>
      </p:cxnSp>
      <p:grpSp>
        <p:nvGrpSpPr>
          <p:cNvPr id="210" name="Google Shape;210;g35b4f27b0bb_0_3"/>
          <p:cNvGrpSpPr/>
          <p:nvPr/>
        </p:nvGrpSpPr>
        <p:grpSpPr>
          <a:xfrm>
            <a:off x="7523599" y="1861442"/>
            <a:ext cx="955040" cy="955040"/>
            <a:chOff x="0" y="0"/>
            <a:chExt cx="812800" cy="812800"/>
          </a:xfrm>
        </p:grpSpPr>
        <p:sp>
          <p:nvSpPr>
            <p:cNvPr id="211" name="Google Shape;211;g35b4f27b0bb_0_3"/>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g35b4f27b0bb_0_3"/>
            <p:cNvSpPr txBox="1"/>
            <p:nvPr/>
          </p:nvSpPr>
          <p:spPr>
            <a:xfrm>
              <a:off x="76200" y="38100"/>
              <a:ext cx="660300" cy="69840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13" name="Google Shape;213;g35b4f27b0bb_0_3"/>
          <p:cNvGrpSpPr/>
          <p:nvPr/>
        </p:nvGrpSpPr>
        <p:grpSpPr>
          <a:xfrm>
            <a:off x="7447999" y="4457149"/>
            <a:ext cx="955040" cy="955040"/>
            <a:chOff x="0" y="0"/>
            <a:chExt cx="812800" cy="812800"/>
          </a:xfrm>
        </p:grpSpPr>
        <p:sp>
          <p:nvSpPr>
            <p:cNvPr id="214" name="Google Shape;214;g35b4f27b0bb_0_3"/>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g35b4f27b0bb_0_3"/>
            <p:cNvSpPr txBox="1"/>
            <p:nvPr/>
          </p:nvSpPr>
          <p:spPr>
            <a:xfrm>
              <a:off x="76200" y="38100"/>
              <a:ext cx="660300" cy="69840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16" name="Google Shape;216;g35b4f27b0bb_0_3"/>
          <p:cNvGrpSpPr/>
          <p:nvPr/>
        </p:nvGrpSpPr>
        <p:grpSpPr>
          <a:xfrm>
            <a:off x="7447999" y="7052884"/>
            <a:ext cx="955040" cy="955040"/>
            <a:chOff x="0" y="0"/>
            <a:chExt cx="812800" cy="812800"/>
          </a:xfrm>
        </p:grpSpPr>
        <p:sp>
          <p:nvSpPr>
            <p:cNvPr id="217" name="Google Shape;217;g35b4f27b0bb_0_3"/>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g35b4f27b0bb_0_3"/>
            <p:cNvSpPr txBox="1"/>
            <p:nvPr/>
          </p:nvSpPr>
          <p:spPr>
            <a:xfrm>
              <a:off x="76200" y="38100"/>
              <a:ext cx="660300" cy="69840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9" name="Google Shape;219;g35b4f27b0bb_0_3"/>
          <p:cNvSpPr txBox="1"/>
          <p:nvPr/>
        </p:nvSpPr>
        <p:spPr>
          <a:xfrm>
            <a:off x="8673998" y="1983475"/>
            <a:ext cx="7844400" cy="26505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2100" b="0" i="0" u="none" strike="noStrike" cap="none">
                <a:solidFill>
                  <a:srgbClr val="F0F2FD"/>
                </a:solidFill>
                <a:latin typeface="Arial"/>
                <a:ea typeface="Arial"/>
                <a:cs typeface="Arial"/>
                <a:sym typeface="Arial"/>
              </a:rPr>
              <a:t>Mejorar la disponibilidad de información sobre la evolución de las existencias.</a:t>
            </a:r>
            <a:endParaRPr sz="2100">
              <a:solidFill>
                <a:srgbClr val="F0F2FD"/>
              </a:solidFill>
            </a:endParaRPr>
          </a:p>
          <a:p>
            <a:pPr marL="457200" marR="0" lvl="0" indent="-361950" algn="l" rtl="0">
              <a:lnSpc>
                <a:spcPct val="120000"/>
              </a:lnSpc>
              <a:spcBef>
                <a:spcPts val="0"/>
              </a:spcBef>
              <a:spcAft>
                <a:spcPts val="0"/>
              </a:spcAft>
              <a:buClr>
                <a:srgbClr val="F0F2FD"/>
              </a:buClr>
              <a:buSzPts val="2100"/>
              <a:buChar char="●"/>
            </a:pPr>
            <a:r>
              <a:rPr lang="en-US" sz="2100">
                <a:solidFill>
                  <a:srgbClr val="F0F2FD"/>
                </a:solidFill>
              </a:rPr>
              <a:t>Calcular la cantidad de productos disponibles en Inventario por depósito, mes y por categoría de productos.</a:t>
            </a:r>
            <a:endParaRPr sz="2100">
              <a:solidFill>
                <a:srgbClr val="F0F2FD"/>
              </a:solidFill>
            </a:endParaRPr>
          </a:p>
          <a:p>
            <a:pPr marL="457200" marR="0" lvl="0" indent="-361950" algn="l" rtl="0">
              <a:lnSpc>
                <a:spcPct val="120000"/>
              </a:lnSpc>
              <a:spcBef>
                <a:spcPts val="0"/>
              </a:spcBef>
              <a:spcAft>
                <a:spcPts val="0"/>
              </a:spcAft>
              <a:buClr>
                <a:srgbClr val="F0F2FD"/>
              </a:buClr>
              <a:buSzPts val="2100"/>
              <a:buChar char="●"/>
            </a:pPr>
            <a:r>
              <a:rPr lang="en-US" sz="2100">
                <a:solidFill>
                  <a:srgbClr val="F0F2FD"/>
                </a:solidFill>
              </a:rPr>
              <a:t>Calcular el promedio histórico de productos por categoría, mes y depósito. </a:t>
            </a:r>
            <a:endParaRPr sz="2100">
              <a:solidFill>
                <a:srgbClr val="F0F2FD"/>
              </a:solidFill>
            </a:endParaRPr>
          </a:p>
          <a:p>
            <a:pPr marL="457200" marR="0" lvl="0" indent="0" algn="l" rtl="0">
              <a:lnSpc>
                <a:spcPct val="120000"/>
              </a:lnSpc>
              <a:spcBef>
                <a:spcPts val="0"/>
              </a:spcBef>
              <a:spcAft>
                <a:spcPts val="0"/>
              </a:spcAft>
              <a:buNone/>
            </a:pPr>
            <a:endParaRPr sz="2100">
              <a:solidFill>
                <a:srgbClr val="F0F2FD"/>
              </a:solidFill>
            </a:endParaRPr>
          </a:p>
        </p:txBody>
      </p:sp>
      <p:sp>
        <p:nvSpPr>
          <p:cNvPr id="220" name="Google Shape;220;g35b4f27b0bb_0_3"/>
          <p:cNvSpPr txBox="1"/>
          <p:nvPr/>
        </p:nvSpPr>
        <p:spPr>
          <a:xfrm>
            <a:off x="8593922" y="4579175"/>
            <a:ext cx="8297400" cy="18747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2100" b="0" i="0" u="none" strike="noStrike" cap="none">
                <a:solidFill>
                  <a:srgbClr val="F0F2FD"/>
                </a:solidFill>
                <a:latin typeface="Arial"/>
                <a:ea typeface="Arial"/>
                <a:cs typeface="Arial"/>
                <a:sym typeface="Arial"/>
              </a:rPr>
              <a:t>Mejorar la disponibilidad de información sobre las ventas.</a:t>
            </a:r>
            <a:endParaRPr sz="2100" b="0" i="0" u="none" strike="noStrike" cap="none">
              <a:solidFill>
                <a:srgbClr val="F0F2FD"/>
              </a:solidFill>
              <a:latin typeface="Arial"/>
              <a:ea typeface="Arial"/>
              <a:cs typeface="Arial"/>
              <a:sym typeface="Arial"/>
            </a:endParaRPr>
          </a:p>
          <a:p>
            <a:pPr marL="457200" marR="0" lvl="0" indent="-361950" algn="l" rtl="0">
              <a:lnSpc>
                <a:spcPct val="120000"/>
              </a:lnSpc>
              <a:spcBef>
                <a:spcPts val="0"/>
              </a:spcBef>
              <a:spcAft>
                <a:spcPts val="0"/>
              </a:spcAft>
              <a:buClr>
                <a:srgbClr val="F0F2FD"/>
              </a:buClr>
              <a:buSzPts val="2100"/>
              <a:buChar char="●"/>
            </a:pPr>
            <a:r>
              <a:rPr lang="en-US" sz="2100">
                <a:solidFill>
                  <a:srgbClr val="F0F2FD"/>
                </a:solidFill>
              </a:rPr>
              <a:t>Calcular la cantidad de productos vendidos, por región y mes.</a:t>
            </a:r>
            <a:endParaRPr sz="2100">
              <a:solidFill>
                <a:srgbClr val="F0F2FD"/>
              </a:solidFill>
            </a:endParaRPr>
          </a:p>
          <a:p>
            <a:pPr marL="457200" marR="0" lvl="0" indent="-361950" algn="l" rtl="0">
              <a:lnSpc>
                <a:spcPct val="120000"/>
              </a:lnSpc>
              <a:spcBef>
                <a:spcPts val="0"/>
              </a:spcBef>
              <a:spcAft>
                <a:spcPts val="0"/>
              </a:spcAft>
              <a:buClr>
                <a:srgbClr val="F0F2FD"/>
              </a:buClr>
              <a:buSzPts val="2100"/>
              <a:buChar char="●"/>
            </a:pPr>
            <a:r>
              <a:rPr lang="en-US" sz="2100">
                <a:solidFill>
                  <a:srgbClr val="F0F2FD"/>
                </a:solidFill>
              </a:rPr>
              <a:t>Calcular el promedio mensual de productos vendidos por región.</a:t>
            </a:r>
            <a:endParaRPr sz="2100">
              <a:solidFill>
                <a:srgbClr val="F0F2FD"/>
              </a:solidFill>
            </a:endParaRPr>
          </a:p>
          <a:p>
            <a:pPr marL="457200" marR="0" lvl="0" indent="-361950" algn="l" rtl="0">
              <a:lnSpc>
                <a:spcPct val="120000"/>
              </a:lnSpc>
              <a:spcBef>
                <a:spcPts val="0"/>
              </a:spcBef>
              <a:spcAft>
                <a:spcPts val="0"/>
              </a:spcAft>
              <a:buClr>
                <a:srgbClr val="F0F2FD"/>
              </a:buClr>
              <a:buSzPts val="2100"/>
              <a:buChar char="●"/>
            </a:pPr>
            <a:r>
              <a:rPr lang="en-US" sz="2100">
                <a:solidFill>
                  <a:srgbClr val="F0F2FD"/>
                </a:solidFill>
              </a:rPr>
              <a:t>Calcular las tres principales categorías de productos vendidos por valor ($), por región   y mes.</a:t>
            </a:r>
            <a:endParaRPr sz="2100">
              <a:solidFill>
                <a:srgbClr val="F0F2FD"/>
              </a:solidFill>
            </a:endParaRPr>
          </a:p>
        </p:txBody>
      </p:sp>
      <p:sp>
        <p:nvSpPr>
          <p:cNvPr id="221" name="Google Shape;221;g35b4f27b0bb_0_3"/>
          <p:cNvSpPr txBox="1"/>
          <p:nvPr/>
        </p:nvSpPr>
        <p:spPr>
          <a:xfrm>
            <a:off x="8593936" y="6660476"/>
            <a:ext cx="6575700" cy="3231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2100" b="0" i="0" u="none" strike="noStrike" cap="none">
                <a:solidFill>
                  <a:srgbClr val="F0F2FD"/>
                </a:solidFill>
                <a:latin typeface="Arial"/>
                <a:ea typeface="Arial"/>
                <a:cs typeface="Arial"/>
                <a:sym typeface="Arial"/>
              </a:rPr>
              <a:t> </a:t>
            </a:r>
            <a:endParaRPr sz="2100" b="0" i="0" u="none" strike="noStrike" cap="none">
              <a:solidFill>
                <a:srgbClr val="F0F2FD"/>
              </a:solidFill>
              <a:latin typeface="Arial"/>
              <a:ea typeface="Arial"/>
              <a:cs typeface="Arial"/>
              <a:sym typeface="Arial"/>
            </a:endParaRPr>
          </a:p>
        </p:txBody>
      </p:sp>
      <p:sp>
        <p:nvSpPr>
          <p:cNvPr id="222" name="Google Shape;222;g35b4f27b0bb_0_3"/>
          <p:cNvSpPr txBox="1"/>
          <p:nvPr/>
        </p:nvSpPr>
        <p:spPr>
          <a:xfrm>
            <a:off x="7640078" y="2116974"/>
            <a:ext cx="722100" cy="444000"/>
          </a:xfrm>
          <a:prstGeom prst="rect">
            <a:avLst/>
          </a:prstGeom>
          <a:noFill/>
          <a:ln>
            <a:noFill/>
          </a:ln>
        </p:spPr>
        <p:txBody>
          <a:bodyPr spcFirstLastPara="1" wrap="square" lIns="0" tIns="0" rIns="0" bIns="0" anchor="t" anchorCtr="0">
            <a:spAutoFit/>
          </a:bodyPr>
          <a:lstStyle/>
          <a:p>
            <a:pPr marL="0" marR="0" lvl="0" indent="0" algn="ctr" rtl="0">
              <a:lnSpc>
                <a:spcPct val="102982"/>
              </a:lnSpc>
              <a:spcBef>
                <a:spcPts val="0"/>
              </a:spcBef>
              <a:spcAft>
                <a:spcPts val="0"/>
              </a:spcAft>
              <a:buNone/>
            </a:pPr>
            <a:r>
              <a:rPr lang="en-US" sz="2884" b="1" i="0" u="none" strike="noStrike" cap="none">
                <a:solidFill>
                  <a:srgbClr val="5666F8"/>
                </a:solidFill>
                <a:latin typeface="Ultra"/>
                <a:ea typeface="Ultra"/>
                <a:cs typeface="Ultra"/>
                <a:sym typeface="Ultra"/>
              </a:rPr>
              <a:t>01</a:t>
            </a:r>
            <a:endParaRPr/>
          </a:p>
        </p:txBody>
      </p:sp>
      <p:sp>
        <p:nvSpPr>
          <p:cNvPr id="223" name="Google Shape;223;g35b4f27b0bb_0_3"/>
          <p:cNvSpPr txBox="1"/>
          <p:nvPr/>
        </p:nvSpPr>
        <p:spPr>
          <a:xfrm>
            <a:off x="7564478" y="4712680"/>
            <a:ext cx="722100" cy="444000"/>
          </a:xfrm>
          <a:prstGeom prst="rect">
            <a:avLst/>
          </a:prstGeom>
          <a:noFill/>
          <a:ln>
            <a:noFill/>
          </a:ln>
        </p:spPr>
        <p:txBody>
          <a:bodyPr spcFirstLastPara="1" wrap="square" lIns="0" tIns="0" rIns="0" bIns="0" anchor="t" anchorCtr="0">
            <a:spAutoFit/>
          </a:bodyPr>
          <a:lstStyle/>
          <a:p>
            <a:pPr marL="0" marR="0" lvl="0" indent="0" algn="ctr" rtl="0">
              <a:lnSpc>
                <a:spcPct val="102982"/>
              </a:lnSpc>
              <a:spcBef>
                <a:spcPts val="0"/>
              </a:spcBef>
              <a:spcAft>
                <a:spcPts val="0"/>
              </a:spcAft>
              <a:buNone/>
            </a:pPr>
            <a:r>
              <a:rPr lang="en-US" sz="2884" b="1" i="0" u="none" strike="noStrike" cap="none">
                <a:solidFill>
                  <a:srgbClr val="5666F8"/>
                </a:solidFill>
                <a:latin typeface="Ultra"/>
                <a:ea typeface="Ultra"/>
                <a:cs typeface="Ultra"/>
                <a:sym typeface="Ultra"/>
              </a:rPr>
              <a:t>02</a:t>
            </a:r>
            <a:endParaRPr/>
          </a:p>
        </p:txBody>
      </p:sp>
      <p:sp>
        <p:nvSpPr>
          <p:cNvPr id="224" name="Google Shape;224;g35b4f27b0bb_0_3"/>
          <p:cNvSpPr txBox="1"/>
          <p:nvPr/>
        </p:nvSpPr>
        <p:spPr>
          <a:xfrm>
            <a:off x="7564478" y="7308377"/>
            <a:ext cx="722100" cy="444000"/>
          </a:xfrm>
          <a:prstGeom prst="rect">
            <a:avLst/>
          </a:prstGeom>
          <a:noFill/>
          <a:ln>
            <a:noFill/>
          </a:ln>
        </p:spPr>
        <p:txBody>
          <a:bodyPr spcFirstLastPara="1" wrap="square" lIns="0" tIns="0" rIns="0" bIns="0" anchor="t" anchorCtr="0">
            <a:spAutoFit/>
          </a:bodyPr>
          <a:lstStyle/>
          <a:p>
            <a:pPr marL="0" marR="0" lvl="0" indent="0" algn="ctr" rtl="0">
              <a:lnSpc>
                <a:spcPct val="102982"/>
              </a:lnSpc>
              <a:spcBef>
                <a:spcPts val="0"/>
              </a:spcBef>
              <a:spcAft>
                <a:spcPts val="0"/>
              </a:spcAft>
              <a:buNone/>
            </a:pPr>
            <a:r>
              <a:rPr lang="en-US" sz="2884" b="1" i="0" u="none" strike="noStrike" cap="none">
                <a:solidFill>
                  <a:srgbClr val="5666F8"/>
                </a:solidFill>
                <a:latin typeface="Ultra"/>
                <a:ea typeface="Ultra"/>
                <a:cs typeface="Ultra"/>
                <a:sym typeface="Ultra"/>
              </a:rPr>
              <a:t>03</a:t>
            </a:r>
            <a:endParaRPr/>
          </a:p>
        </p:txBody>
      </p:sp>
      <p:sp>
        <p:nvSpPr>
          <p:cNvPr id="225" name="Google Shape;225;g35b4f27b0bb_0_3"/>
          <p:cNvSpPr txBox="1"/>
          <p:nvPr/>
        </p:nvSpPr>
        <p:spPr>
          <a:xfrm>
            <a:off x="7564478" y="6714723"/>
            <a:ext cx="722100" cy="215400"/>
          </a:xfrm>
          <a:prstGeom prst="rect">
            <a:avLst/>
          </a:prstGeom>
          <a:noFill/>
          <a:ln>
            <a:noFill/>
          </a:ln>
        </p:spPr>
        <p:txBody>
          <a:bodyPr spcFirstLastPara="1" wrap="square" lIns="0" tIns="0" rIns="0" bIns="0" anchor="t" anchorCtr="0">
            <a:spAutoFit/>
          </a:bodyPr>
          <a:lstStyle/>
          <a:p>
            <a:pPr marL="0" marR="0" lvl="0" indent="0" algn="l" rtl="0">
              <a:lnSpc>
                <a:spcPct val="102982"/>
              </a:lnSpc>
              <a:spcBef>
                <a:spcPts val="0"/>
              </a:spcBef>
              <a:spcAft>
                <a:spcPts val="0"/>
              </a:spcAft>
              <a:buNone/>
            </a:pPr>
            <a:endParaRPr/>
          </a:p>
        </p:txBody>
      </p:sp>
      <p:sp>
        <p:nvSpPr>
          <p:cNvPr id="226" name="Google Shape;226;g35b4f27b0bb_0_3"/>
          <p:cNvSpPr txBox="1"/>
          <p:nvPr/>
        </p:nvSpPr>
        <p:spPr>
          <a:xfrm>
            <a:off x="744675" y="4164900"/>
            <a:ext cx="6137100" cy="932400"/>
          </a:xfrm>
          <a:prstGeom prst="rect">
            <a:avLst/>
          </a:prstGeom>
          <a:noFill/>
          <a:ln>
            <a:noFill/>
          </a:ln>
        </p:spPr>
        <p:txBody>
          <a:bodyPr spcFirstLastPara="1" wrap="square" lIns="0" tIns="0" rIns="0" bIns="0" anchor="t" anchorCtr="0">
            <a:spAutoFit/>
          </a:bodyPr>
          <a:lstStyle/>
          <a:p>
            <a:pPr marL="0" marR="0" lvl="0" indent="0" algn="l" rtl="0">
              <a:lnSpc>
                <a:spcPct val="93999"/>
              </a:lnSpc>
              <a:spcBef>
                <a:spcPts val="0"/>
              </a:spcBef>
              <a:spcAft>
                <a:spcPts val="0"/>
              </a:spcAft>
              <a:buNone/>
            </a:pPr>
            <a:r>
              <a:rPr lang="en-US" sz="6444">
                <a:solidFill>
                  <a:srgbClr val="15193E"/>
                </a:solidFill>
                <a:latin typeface="Merriweather Black"/>
                <a:ea typeface="Merriweather Black"/>
                <a:cs typeface="Merriweather Black"/>
                <a:sym typeface="Merriweather Black"/>
              </a:rPr>
              <a:t>CONSULTAS</a:t>
            </a:r>
            <a:endParaRPr sz="6444">
              <a:solidFill>
                <a:srgbClr val="15193E"/>
              </a:solidFill>
              <a:latin typeface="Merriweather Black"/>
              <a:ea typeface="Merriweather Black"/>
              <a:cs typeface="Merriweather Black"/>
              <a:sym typeface="Merriweather Black"/>
            </a:endParaRPr>
          </a:p>
        </p:txBody>
      </p:sp>
      <p:sp>
        <p:nvSpPr>
          <p:cNvPr id="227" name="Google Shape;227;g35b4f27b0bb_0_3"/>
          <p:cNvSpPr txBox="1"/>
          <p:nvPr/>
        </p:nvSpPr>
        <p:spPr>
          <a:xfrm>
            <a:off x="8593925" y="7174875"/>
            <a:ext cx="8437200" cy="29985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2100" b="0" i="0" u="none" strike="noStrike" cap="none">
                <a:solidFill>
                  <a:srgbClr val="F0F2FD"/>
                </a:solidFill>
                <a:latin typeface="Arial"/>
                <a:ea typeface="Arial"/>
                <a:cs typeface="Arial"/>
                <a:sym typeface="Arial"/>
              </a:rPr>
              <a:t>Mejorar la disponibilidad de información sobre las compras.</a:t>
            </a:r>
            <a:endParaRPr sz="2100" b="0" i="0" u="none" strike="noStrike" cap="none">
              <a:solidFill>
                <a:srgbClr val="F0F2FD"/>
              </a:solidFill>
              <a:latin typeface="Arial"/>
              <a:ea typeface="Arial"/>
              <a:cs typeface="Arial"/>
              <a:sym typeface="Arial"/>
            </a:endParaRPr>
          </a:p>
          <a:p>
            <a:pPr marL="457200" marR="0" lvl="0" indent="-330200" algn="l" rtl="0">
              <a:lnSpc>
                <a:spcPct val="120000"/>
              </a:lnSpc>
              <a:spcBef>
                <a:spcPts val="0"/>
              </a:spcBef>
              <a:spcAft>
                <a:spcPts val="0"/>
              </a:spcAft>
              <a:buClr>
                <a:srgbClr val="F0F2FD"/>
              </a:buClr>
              <a:buSzPts val="1600"/>
              <a:buChar char="●"/>
            </a:pPr>
            <a:r>
              <a:rPr lang="en-US" sz="1600">
                <a:solidFill>
                  <a:srgbClr val="F0F2FD"/>
                </a:solidFill>
              </a:rPr>
              <a:t>Calcular la cantidad de productos comprados, por región, mes y proveedor.</a:t>
            </a:r>
            <a:endParaRPr sz="1600">
              <a:solidFill>
                <a:srgbClr val="F0F2FD"/>
              </a:solidFill>
            </a:endParaRPr>
          </a:p>
          <a:p>
            <a:pPr marL="457200" marR="0" lvl="0" indent="-330200" algn="l" rtl="0">
              <a:lnSpc>
                <a:spcPct val="120000"/>
              </a:lnSpc>
              <a:spcBef>
                <a:spcPts val="0"/>
              </a:spcBef>
              <a:spcAft>
                <a:spcPts val="0"/>
              </a:spcAft>
              <a:buClr>
                <a:srgbClr val="F0F2FD"/>
              </a:buClr>
              <a:buSzPts val="1600"/>
              <a:buChar char="●"/>
            </a:pPr>
            <a:r>
              <a:rPr lang="en-US" sz="1600">
                <a:solidFill>
                  <a:srgbClr val="F0F2FD"/>
                </a:solidFill>
              </a:rPr>
              <a:t>Asignar la categoría de productos según su valor de compra:</a:t>
            </a:r>
            <a:endParaRPr sz="1600">
              <a:solidFill>
                <a:srgbClr val="F0F2FD"/>
              </a:solidFill>
            </a:endParaRPr>
          </a:p>
          <a:p>
            <a:pPr marL="914400" marR="0" lvl="1" indent="-330200" algn="l" rtl="0">
              <a:lnSpc>
                <a:spcPct val="120000"/>
              </a:lnSpc>
              <a:spcBef>
                <a:spcPts val="0"/>
              </a:spcBef>
              <a:spcAft>
                <a:spcPts val="0"/>
              </a:spcAft>
              <a:buClr>
                <a:srgbClr val="F0F2FD"/>
              </a:buClr>
              <a:buSzPts val="1600"/>
              <a:buChar char="○"/>
            </a:pPr>
            <a:r>
              <a:rPr lang="en-US" sz="1600">
                <a:solidFill>
                  <a:srgbClr val="F0F2FD"/>
                </a:solidFill>
              </a:rPr>
              <a:t>“Bajo valor” aquellos productos cuyo costo sea inferior a USD 500.</a:t>
            </a:r>
            <a:endParaRPr sz="1600">
              <a:solidFill>
                <a:srgbClr val="F0F2FD"/>
              </a:solidFill>
            </a:endParaRPr>
          </a:p>
          <a:p>
            <a:pPr marL="914400" marR="0" lvl="1" indent="-330200" algn="l" rtl="0">
              <a:lnSpc>
                <a:spcPct val="120000"/>
              </a:lnSpc>
              <a:spcBef>
                <a:spcPts val="0"/>
              </a:spcBef>
              <a:spcAft>
                <a:spcPts val="0"/>
              </a:spcAft>
              <a:buClr>
                <a:srgbClr val="F0F2FD"/>
              </a:buClr>
              <a:buSzPts val="1600"/>
              <a:buChar char="○"/>
            </a:pPr>
            <a:r>
              <a:rPr lang="en-US" sz="1600">
                <a:solidFill>
                  <a:srgbClr val="F0F2FD"/>
                </a:solidFill>
              </a:rPr>
              <a:t>“Medio valor” aquellos productos cuyo costo sea superior a USD 500 e inferior a   USD 2000.</a:t>
            </a:r>
            <a:endParaRPr sz="1600">
              <a:solidFill>
                <a:srgbClr val="F0F2FD"/>
              </a:solidFill>
            </a:endParaRPr>
          </a:p>
          <a:p>
            <a:pPr marL="914400" marR="0" lvl="1" indent="-330200" algn="l" rtl="0">
              <a:lnSpc>
                <a:spcPct val="120000"/>
              </a:lnSpc>
              <a:spcBef>
                <a:spcPts val="0"/>
              </a:spcBef>
              <a:spcAft>
                <a:spcPts val="0"/>
              </a:spcAft>
              <a:buClr>
                <a:srgbClr val="F0F2FD"/>
              </a:buClr>
              <a:buSzPts val="1600"/>
              <a:buChar char="○"/>
            </a:pPr>
            <a:r>
              <a:rPr lang="en-US" sz="1600">
                <a:solidFill>
                  <a:srgbClr val="F0F2FD"/>
                </a:solidFill>
              </a:rPr>
              <a:t>“Alto valor” aquellos productos cuyo costo sea superior a USD 2000.</a:t>
            </a:r>
            <a:endParaRPr sz="1600">
              <a:solidFill>
                <a:srgbClr val="F0F2FD"/>
              </a:solidFill>
            </a:endParaRPr>
          </a:p>
          <a:p>
            <a:pPr marL="457200" marR="0" lvl="0" indent="-330200" algn="l" rtl="0">
              <a:lnSpc>
                <a:spcPct val="120000"/>
              </a:lnSpc>
              <a:spcBef>
                <a:spcPts val="0"/>
              </a:spcBef>
              <a:spcAft>
                <a:spcPts val="0"/>
              </a:spcAft>
              <a:buClr>
                <a:srgbClr val="F0F2FD"/>
              </a:buClr>
              <a:buSzPts val="1600"/>
              <a:buChar char="●"/>
            </a:pPr>
            <a:r>
              <a:rPr lang="en-US" sz="1600">
                <a:solidFill>
                  <a:srgbClr val="F0F2FD"/>
                </a:solidFill>
              </a:rPr>
              <a:t>Calcular las tres principales categorías de productos comprados por valor ($), por región.</a:t>
            </a:r>
            <a:endParaRPr sz="1600">
              <a:solidFill>
                <a:srgbClr val="F0F2FD"/>
              </a:solidFill>
            </a:endParaRPr>
          </a:p>
          <a:p>
            <a:pPr marL="457200" marR="0" lvl="0" indent="-330200" algn="l" rtl="0">
              <a:lnSpc>
                <a:spcPct val="120000"/>
              </a:lnSpc>
              <a:spcBef>
                <a:spcPts val="0"/>
              </a:spcBef>
              <a:spcAft>
                <a:spcPts val="0"/>
              </a:spcAft>
              <a:buClr>
                <a:srgbClr val="F0F2FD"/>
              </a:buClr>
              <a:buSzPts val="1600"/>
              <a:buChar char="●"/>
            </a:pPr>
            <a:r>
              <a:rPr lang="en-US" sz="1600">
                <a:solidFill>
                  <a:srgbClr val="F0F2FD"/>
                </a:solidFill>
              </a:rPr>
              <a:t>Calcular el promedio de productos comprados mensualmente por categoría.</a:t>
            </a:r>
            <a:endParaRPr sz="1600">
              <a:solidFill>
                <a:srgbClr val="F0F2FD"/>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4E5EC"/>
        </a:solidFill>
        <a:effectLst/>
      </p:bgPr>
    </p:bg>
    <p:spTree>
      <p:nvGrpSpPr>
        <p:cNvPr id="1" name="Shape 231"/>
        <p:cNvGrpSpPr/>
        <p:nvPr/>
      </p:nvGrpSpPr>
      <p:grpSpPr>
        <a:xfrm>
          <a:off x="0" y="0"/>
          <a:ext cx="0" cy="0"/>
          <a:chOff x="0" y="0"/>
          <a:chExt cx="0" cy="0"/>
        </a:xfrm>
      </p:grpSpPr>
      <p:sp>
        <p:nvSpPr>
          <p:cNvPr id="232" name="Google Shape;232;p6"/>
          <p:cNvSpPr/>
          <p:nvPr/>
        </p:nvSpPr>
        <p:spPr>
          <a:xfrm>
            <a:off x="-127795" y="-549566"/>
            <a:ext cx="2789693" cy="1658599"/>
          </a:xfrm>
          <a:custGeom>
            <a:avLst/>
            <a:gdLst/>
            <a:ahLst/>
            <a:cxnLst/>
            <a:rect l="l" t="t" r="r" b="b"/>
            <a:pathLst>
              <a:path w="2789693" h="1658599" extrusionOk="0">
                <a:moveTo>
                  <a:pt x="0" y="0"/>
                </a:moveTo>
                <a:lnTo>
                  <a:pt x="2789693" y="0"/>
                </a:lnTo>
                <a:lnTo>
                  <a:pt x="2789693" y="1658599"/>
                </a:lnTo>
                <a:lnTo>
                  <a:pt x="0" y="1658599"/>
                </a:lnTo>
                <a:lnTo>
                  <a:pt x="0" y="0"/>
                </a:lnTo>
                <a:close/>
              </a:path>
            </a:pathLst>
          </a:custGeom>
          <a:blipFill rotWithShape="1">
            <a:blip r:embed="rId3">
              <a:alphaModFix/>
            </a:blip>
            <a:stretch>
              <a:fillRect/>
            </a:stretch>
          </a:blipFill>
          <a:ln>
            <a:noFill/>
          </a:ln>
        </p:spPr>
      </p:sp>
      <p:sp>
        <p:nvSpPr>
          <p:cNvPr id="233" name="Google Shape;233;p6"/>
          <p:cNvSpPr/>
          <p:nvPr/>
        </p:nvSpPr>
        <p:spPr>
          <a:xfrm flipH="1">
            <a:off x="15626102" y="-549566"/>
            <a:ext cx="2789693" cy="1658599"/>
          </a:xfrm>
          <a:custGeom>
            <a:avLst/>
            <a:gdLst/>
            <a:ahLst/>
            <a:cxnLst/>
            <a:rect l="l" t="t" r="r" b="b"/>
            <a:pathLst>
              <a:path w="2789693" h="1658599" extrusionOk="0">
                <a:moveTo>
                  <a:pt x="2789693" y="0"/>
                </a:moveTo>
                <a:lnTo>
                  <a:pt x="0" y="0"/>
                </a:lnTo>
                <a:lnTo>
                  <a:pt x="0" y="1658599"/>
                </a:lnTo>
                <a:lnTo>
                  <a:pt x="2789693" y="1658599"/>
                </a:lnTo>
                <a:lnTo>
                  <a:pt x="2789693" y="0"/>
                </a:lnTo>
                <a:close/>
              </a:path>
            </a:pathLst>
          </a:custGeom>
          <a:blipFill rotWithShape="1">
            <a:blip r:embed="rId3">
              <a:alphaModFix/>
            </a:blip>
            <a:stretch>
              <a:fillRect/>
            </a:stretch>
          </a:blipFill>
          <a:ln>
            <a:noFill/>
          </a:ln>
        </p:spPr>
      </p:sp>
      <p:sp>
        <p:nvSpPr>
          <p:cNvPr id="234" name="Google Shape;234;p6"/>
          <p:cNvSpPr/>
          <p:nvPr/>
        </p:nvSpPr>
        <p:spPr>
          <a:xfrm>
            <a:off x="-1060994" y="451930"/>
            <a:ext cx="2789693" cy="1658599"/>
          </a:xfrm>
          <a:custGeom>
            <a:avLst/>
            <a:gdLst/>
            <a:ahLst/>
            <a:cxnLst/>
            <a:rect l="l" t="t" r="r" b="b"/>
            <a:pathLst>
              <a:path w="2789693" h="1658599" extrusionOk="0">
                <a:moveTo>
                  <a:pt x="0" y="0"/>
                </a:moveTo>
                <a:lnTo>
                  <a:pt x="2789692" y="0"/>
                </a:lnTo>
                <a:lnTo>
                  <a:pt x="2789692" y="1658600"/>
                </a:lnTo>
                <a:lnTo>
                  <a:pt x="0" y="1658600"/>
                </a:lnTo>
                <a:lnTo>
                  <a:pt x="0" y="0"/>
                </a:lnTo>
                <a:close/>
              </a:path>
            </a:pathLst>
          </a:custGeom>
          <a:blipFill rotWithShape="1">
            <a:blip r:embed="rId3">
              <a:alphaModFix/>
            </a:blip>
            <a:stretch>
              <a:fillRect/>
            </a:stretch>
          </a:blipFill>
          <a:ln>
            <a:noFill/>
          </a:ln>
        </p:spPr>
      </p:sp>
      <p:sp>
        <p:nvSpPr>
          <p:cNvPr id="235" name="Google Shape;235;p6"/>
          <p:cNvSpPr/>
          <p:nvPr/>
        </p:nvSpPr>
        <p:spPr>
          <a:xfrm flipH="1">
            <a:off x="16559302" y="451930"/>
            <a:ext cx="2789693" cy="1658599"/>
          </a:xfrm>
          <a:custGeom>
            <a:avLst/>
            <a:gdLst/>
            <a:ahLst/>
            <a:cxnLst/>
            <a:rect l="l" t="t" r="r" b="b"/>
            <a:pathLst>
              <a:path w="2789693" h="1658599" extrusionOk="0">
                <a:moveTo>
                  <a:pt x="2789692" y="0"/>
                </a:moveTo>
                <a:lnTo>
                  <a:pt x="0" y="0"/>
                </a:lnTo>
                <a:lnTo>
                  <a:pt x="0" y="1658600"/>
                </a:lnTo>
                <a:lnTo>
                  <a:pt x="2789692" y="1658600"/>
                </a:lnTo>
                <a:lnTo>
                  <a:pt x="2789692" y="0"/>
                </a:lnTo>
                <a:close/>
              </a:path>
            </a:pathLst>
          </a:custGeom>
          <a:blipFill rotWithShape="1">
            <a:blip r:embed="rId3">
              <a:alphaModFix/>
            </a:blip>
            <a:stretch>
              <a:fillRect/>
            </a:stretch>
          </a:blipFill>
          <a:ln>
            <a:noFill/>
          </a:ln>
        </p:spPr>
      </p:sp>
      <p:sp>
        <p:nvSpPr>
          <p:cNvPr id="236" name="Google Shape;236;p6"/>
          <p:cNvSpPr/>
          <p:nvPr/>
        </p:nvSpPr>
        <p:spPr>
          <a:xfrm>
            <a:off x="-847471" y="-422617"/>
            <a:ext cx="2362646" cy="1404701"/>
          </a:xfrm>
          <a:custGeom>
            <a:avLst/>
            <a:gdLst/>
            <a:ahLst/>
            <a:cxnLst/>
            <a:rect l="l" t="t" r="r" b="b"/>
            <a:pathLst>
              <a:path w="2362646" h="1404701" extrusionOk="0">
                <a:moveTo>
                  <a:pt x="0" y="0"/>
                </a:moveTo>
                <a:lnTo>
                  <a:pt x="2362646" y="0"/>
                </a:lnTo>
                <a:lnTo>
                  <a:pt x="2362646" y="1404701"/>
                </a:lnTo>
                <a:lnTo>
                  <a:pt x="0" y="1404701"/>
                </a:lnTo>
                <a:lnTo>
                  <a:pt x="0" y="0"/>
                </a:lnTo>
                <a:close/>
              </a:path>
            </a:pathLst>
          </a:custGeom>
          <a:blipFill rotWithShape="1">
            <a:blip r:embed="rId3">
              <a:alphaModFix/>
            </a:blip>
            <a:stretch>
              <a:fillRect/>
            </a:stretch>
          </a:blipFill>
          <a:ln>
            <a:noFill/>
          </a:ln>
        </p:spPr>
      </p:sp>
      <p:sp>
        <p:nvSpPr>
          <p:cNvPr id="237" name="Google Shape;237;p6"/>
          <p:cNvSpPr/>
          <p:nvPr/>
        </p:nvSpPr>
        <p:spPr>
          <a:xfrm flipH="1">
            <a:off x="16772825" y="-422617"/>
            <a:ext cx="2362646" cy="1404701"/>
          </a:xfrm>
          <a:custGeom>
            <a:avLst/>
            <a:gdLst/>
            <a:ahLst/>
            <a:cxnLst/>
            <a:rect l="l" t="t" r="r" b="b"/>
            <a:pathLst>
              <a:path w="2362646" h="1404701" extrusionOk="0">
                <a:moveTo>
                  <a:pt x="2362646" y="0"/>
                </a:moveTo>
                <a:lnTo>
                  <a:pt x="0" y="0"/>
                </a:lnTo>
                <a:lnTo>
                  <a:pt x="0" y="1404701"/>
                </a:lnTo>
                <a:lnTo>
                  <a:pt x="2362646" y="1404701"/>
                </a:lnTo>
                <a:lnTo>
                  <a:pt x="2362646" y="0"/>
                </a:lnTo>
                <a:close/>
              </a:path>
            </a:pathLst>
          </a:custGeom>
          <a:blipFill rotWithShape="1">
            <a:blip r:embed="rId3">
              <a:alphaModFix/>
            </a:blip>
            <a:stretch>
              <a:fillRect/>
            </a:stretch>
          </a:blipFill>
          <a:ln>
            <a:noFill/>
          </a:ln>
        </p:spPr>
      </p:sp>
      <p:sp>
        <p:nvSpPr>
          <p:cNvPr id="238" name="Google Shape;238;p6"/>
          <p:cNvSpPr/>
          <p:nvPr/>
        </p:nvSpPr>
        <p:spPr>
          <a:xfrm>
            <a:off x="0" y="9416472"/>
            <a:ext cx="18288000" cy="870528"/>
          </a:xfrm>
          <a:custGeom>
            <a:avLst/>
            <a:gdLst/>
            <a:ahLst/>
            <a:cxnLst/>
            <a:rect l="l" t="t" r="r" b="b"/>
            <a:pathLst>
              <a:path w="18288000" h="870528" extrusionOk="0">
                <a:moveTo>
                  <a:pt x="0" y="0"/>
                </a:moveTo>
                <a:lnTo>
                  <a:pt x="18288000" y="0"/>
                </a:lnTo>
                <a:lnTo>
                  <a:pt x="18288000" y="870528"/>
                </a:lnTo>
                <a:lnTo>
                  <a:pt x="0" y="870528"/>
                </a:lnTo>
                <a:lnTo>
                  <a:pt x="0" y="0"/>
                </a:lnTo>
                <a:close/>
              </a:path>
            </a:pathLst>
          </a:custGeom>
          <a:blipFill rotWithShape="1">
            <a:blip r:embed="rId4">
              <a:alphaModFix/>
            </a:blip>
            <a:stretch>
              <a:fillRect t="-2000397"/>
            </a:stretch>
          </a:blipFill>
          <a:ln>
            <a:noFill/>
          </a:ln>
        </p:spPr>
      </p:sp>
      <p:sp>
        <p:nvSpPr>
          <p:cNvPr id="239" name="Google Shape;239;p6"/>
          <p:cNvSpPr txBox="1"/>
          <p:nvPr/>
        </p:nvSpPr>
        <p:spPr>
          <a:xfrm>
            <a:off x="2975489" y="0"/>
            <a:ext cx="11792700" cy="932400"/>
          </a:xfrm>
          <a:prstGeom prst="rect">
            <a:avLst/>
          </a:prstGeom>
          <a:noFill/>
          <a:ln>
            <a:noFill/>
          </a:ln>
        </p:spPr>
        <p:txBody>
          <a:bodyPr spcFirstLastPara="1" wrap="square" lIns="0" tIns="0" rIns="0" bIns="0" anchor="t" anchorCtr="0">
            <a:spAutoFit/>
          </a:bodyPr>
          <a:lstStyle/>
          <a:p>
            <a:pPr marL="0" marR="0" lvl="0" indent="0" algn="ctr" rtl="0">
              <a:lnSpc>
                <a:spcPct val="93999"/>
              </a:lnSpc>
              <a:spcBef>
                <a:spcPts val="0"/>
              </a:spcBef>
              <a:spcAft>
                <a:spcPts val="0"/>
              </a:spcAft>
              <a:buNone/>
            </a:pPr>
            <a:r>
              <a:rPr lang="en-US" sz="6444">
                <a:solidFill>
                  <a:srgbClr val="15193E"/>
                </a:solidFill>
                <a:latin typeface="Merriweather Black"/>
                <a:ea typeface="Merriweather Black"/>
                <a:cs typeface="Merriweather Black"/>
                <a:sym typeface="Merriweather Black"/>
              </a:rPr>
              <a:t>DIAGRAMA CONCEPTUAL</a:t>
            </a:r>
            <a:endParaRPr sz="6444">
              <a:solidFill>
                <a:srgbClr val="15193E"/>
              </a:solidFill>
              <a:latin typeface="Merriweather Black"/>
              <a:ea typeface="Merriweather Black"/>
              <a:cs typeface="Merriweather Black"/>
              <a:sym typeface="Merriweather Black"/>
            </a:endParaRPr>
          </a:p>
        </p:txBody>
      </p:sp>
      <p:pic>
        <p:nvPicPr>
          <p:cNvPr id="240" name="Google Shape;240;p6" title="Diagrama conceptual-Diagrama Conceptual.drawio (1).png"/>
          <p:cNvPicPr preferRelativeResize="0"/>
          <p:nvPr/>
        </p:nvPicPr>
        <p:blipFill>
          <a:blip r:embed="rId5">
            <a:alphaModFix/>
          </a:blip>
          <a:stretch>
            <a:fillRect/>
          </a:stretch>
        </p:blipFill>
        <p:spPr>
          <a:xfrm>
            <a:off x="2528461" y="982075"/>
            <a:ext cx="13231077" cy="92022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4E5EC"/>
        </a:solidFill>
        <a:effectLst/>
      </p:bgPr>
    </p:bg>
    <p:spTree>
      <p:nvGrpSpPr>
        <p:cNvPr id="1" name="Shape 244"/>
        <p:cNvGrpSpPr/>
        <p:nvPr/>
      </p:nvGrpSpPr>
      <p:grpSpPr>
        <a:xfrm>
          <a:off x="0" y="0"/>
          <a:ext cx="0" cy="0"/>
          <a:chOff x="0" y="0"/>
          <a:chExt cx="0" cy="0"/>
        </a:xfrm>
      </p:grpSpPr>
      <p:sp>
        <p:nvSpPr>
          <p:cNvPr id="245" name="Google Shape;245;p7"/>
          <p:cNvSpPr/>
          <p:nvPr/>
        </p:nvSpPr>
        <p:spPr>
          <a:xfrm>
            <a:off x="-127795" y="-549566"/>
            <a:ext cx="2789693" cy="1658599"/>
          </a:xfrm>
          <a:custGeom>
            <a:avLst/>
            <a:gdLst/>
            <a:ahLst/>
            <a:cxnLst/>
            <a:rect l="l" t="t" r="r" b="b"/>
            <a:pathLst>
              <a:path w="2789693" h="1658599" extrusionOk="0">
                <a:moveTo>
                  <a:pt x="0" y="0"/>
                </a:moveTo>
                <a:lnTo>
                  <a:pt x="2789693" y="0"/>
                </a:lnTo>
                <a:lnTo>
                  <a:pt x="2789693" y="1658599"/>
                </a:lnTo>
                <a:lnTo>
                  <a:pt x="0" y="1658599"/>
                </a:lnTo>
                <a:lnTo>
                  <a:pt x="0" y="0"/>
                </a:lnTo>
                <a:close/>
              </a:path>
            </a:pathLst>
          </a:custGeom>
          <a:blipFill rotWithShape="1">
            <a:blip r:embed="rId3">
              <a:alphaModFix/>
            </a:blip>
            <a:stretch>
              <a:fillRect/>
            </a:stretch>
          </a:blipFill>
          <a:ln>
            <a:noFill/>
          </a:ln>
        </p:spPr>
      </p:sp>
      <p:sp>
        <p:nvSpPr>
          <p:cNvPr id="246" name="Google Shape;246;p7"/>
          <p:cNvSpPr/>
          <p:nvPr/>
        </p:nvSpPr>
        <p:spPr>
          <a:xfrm flipH="1">
            <a:off x="15626102" y="-549566"/>
            <a:ext cx="2789693" cy="1658599"/>
          </a:xfrm>
          <a:custGeom>
            <a:avLst/>
            <a:gdLst/>
            <a:ahLst/>
            <a:cxnLst/>
            <a:rect l="l" t="t" r="r" b="b"/>
            <a:pathLst>
              <a:path w="2789693" h="1658599" extrusionOk="0">
                <a:moveTo>
                  <a:pt x="2789693" y="0"/>
                </a:moveTo>
                <a:lnTo>
                  <a:pt x="0" y="0"/>
                </a:lnTo>
                <a:lnTo>
                  <a:pt x="0" y="1658599"/>
                </a:lnTo>
                <a:lnTo>
                  <a:pt x="2789693" y="1658599"/>
                </a:lnTo>
                <a:lnTo>
                  <a:pt x="2789693" y="0"/>
                </a:lnTo>
                <a:close/>
              </a:path>
            </a:pathLst>
          </a:custGeom>
          <a:blipFill rotWithShape="1">
            <a:blip r:embed="rId3">
              <a:alphaModFix/>
            </a:blip>
            <a:stretch>
              <a:fillRect/>
            </a:stretch>
          </a:blipFill>
          <a:ln>
            <a:noFill/>
          </a:ln>
        </p:spPr>
      </p:sp>
      <p:sp>
        <p:nvSpPr>
          <p:cNvPr id="247" name="Google Shape;247;p7"/>
          <p:cNvSpPr/>
          <p:nvPr/>
        </p:nvSpPr>
        <p:spPr>
          <a:xfrm>
            <a:off x="-1060994" y="451930"/>
            <a:ext cx="2789693" cy="1658599"/>
          </a:xfrm>
          <a:custGeom>
            <a:avLst/>
            <a:gdLst/>
            <a:ahLst/>
            <a:cxnLst/>
            <a:rect l="l" t="t" r="r" b="b"/>
            <a:pathLst>
              <a:path w="2789693" h="1658599" extrusionOk="0">
                <a:moveTo>
                  <a:pt x="0" y="0"/>
                </a:moveTo>
                <a:lnTo>
                  <a:pt x="2789692" y="0"/>
                </a:lnTo>
                <a:lnTo>
                  <a:pt x="2789692" y="1658600"/>
                </a:lnTo>
                <a:lnTo>
                  <a:pt x="0" y="1658600"/>
                </a:lnTo>
                <a:lnTo>
                  <a:pt x="0" y="0"/>
                </a:lnTo>
                <a:close/>
              </a:path>
            </a:pathLst>
          </a:custGeom>
          <a:blipFill rotWithShape="1">
            <a:blip r:embed="rId3">
              <a:alphaModFix/>
            </a:blip>
            <a:stretch>
              <a:fillRect/>
            </a:stretch>
          </a:blipFill>
          <a:ln>
            <a:noFill/>
          </a:ln>
        </p:spPr>
      </p:sp>
      <p:sp>
        <p:nvSpPr>
          <p:cNvPr id="248" name="Google Shape;248;p7"/>
          <p:cNvSpPr/>
          <p:nvPr/>
        </p:nvSpPr>
        <p:spPr>
          <a:xfrm flipH="1">
            <a:off x="16559302" y="451930"/>
            <a:ext cx="2789693" cy="1658599"/>
          </a:xfrm>
          <a:custGeom>
            <a:avLst/>
            <a:gdLst/>
            <a:ahLst/>
            <a:cxnLst/>
            <a:rect l="l" t="t" r="r" b="b"/>
            <a:pathLst>
              <a:path w="2789693" h="1658599" extrusionOk="0">
                <a:moveTo>
                  <a:pt x="2789692" y="0"/>
                </a:moveTo>
                <a:lnTo>
                  <a:pt x="0" y="0"/>
                </a:lnTo>
                <a:lnTo>
                  <a:pt x="0" y="1658600"/>
                </a:lnTo>
                <a:lnTo>
                  <a:pt x="2789692" y="1658600"/>
                </a:lnTo>
                <a:lnTo>
                  <a:pt x="2789692" y="0"/>
                </a:lnTo>
                <a:close/>
              </a:path>
            </a:pathLst>
          </a:custGeom>
          <a:blipFill rotWithShape="1">
            <a:blip r:embed="rId3">
              <a:alphaModFix/>
            </a:blip>
            <a:stretch>
              <a:fillRect/>
            </a:stretch>
          </a:blipFill>
          <a:ln>
            <a:noFill/>
          </a:ln>
        </p:spPr>
      </p:sp>
      <p:sp>
        <p:nvSpPr>
          <p:cNvPr id="249" name="Google Shape;249;p7"/>
          <p:cNvSpPr/>
          <p:nvPr/>
        </p:nvSpPr>
        <p:spPr>
          <a:xfrm>
            <a:off x="-847471" y="-422617"/>
            <a:ext cx="2362646" cy="1404701"/>
          </a:xfrm>
          <a:custGeom>
            <a:avLst/>
            <a:gdLst/>
            <a:ahLst/>
            <a:cxnLst/>
            <a:rect l="l" t="t" r="r" b="b"/>
            <a:pathLst>
              <a:path w="2362646" h="1404701" extrusionOk="0">
                <a:moveTo>
                  <a:pt x="0" y="0"/>
                </a:moveTo>
                <a:lnTo>
                  <a:pt x="2362646" y="0"/>
                </a:lnTo>
                <a:lnTo>
                  <a:pt x="2362646" y="1404701"/>
                </a:lnTo>
                <a:lnTo>
                  <a:pt x="0" y="1404701"/>
                </a:lnTo>
                <a:lnTo>
                  <a:pt x="0" y="0"/>
                </a:lnTo>
                <a:close/>
              </a:path>
            </a:pathLst>
          </a:custGeom>
          <a:blipFill rotWithShape="1">
            <a:blip r:embed="rId3">
              <a:alphaModFix/>
            </a:blip>
            <a:stretch>
              <a:fillRect/>
            </a:stretch>
          </a:blipFill>
          <a:ln>
            <a:noFill/>
          </a:ln>
        </p:spPr>
      </p:sp>
      <p:sp>
        <p:nvSpPr>
          <p:cNvPr id="250" name="Google Shape;250;p7"/>
          <p:cNvSpPr/>
          <p:nvPr/>
        </p:nvSpPr>
        <p:spPr>
          <a:xfrm flipH="1">
            <a:off x="16772825" y="-422617"/>
            <a:ext cx="2362646" cy="1404701"/>
          </a:xfrm>
          <a:custGeom>
            <a:avLst/>
            <a:gdLst/>
            <a:ahLst/>
            <a:cxnLst/>
            <a:rect l="l" t="t" r="r" b="b"/>
            <a:pathLst>
              <a:path w="2362646" h="1404701" extrusionOk="0">
                <a:moveTo>
                  <a:pt x="2362646" y="0"/>
                </a:moveTo>
                <a:lnTo>
                  <a:pt x="0" y="0"/>
                </a:lnTo>
                <a:lnTo>
                  <a:pt x="0" y="1404701"/>
                </a:lnTo>
                <a:lnTo>
                  <a:pt x="2362646" y="1404701"/>
                </a:lnTo>
                <a:lnTo>
                  <a:pt x="2362646" y="0"/>
                </a:lnTo>
                <a:close/>
              </a:path>
            </a:pathLst>
          </a:custGeom>
          <a:blipFill rotWithShape="1">
            <a:blip r:embed="rId3">
              <a:alphaModFix/>
            </a:blip>
            <a:stretch>
              <a:fillRect/>
            </a:stretch>
          </a:blipFill>
          <a:ln>
            <a:noFill/>
          </a:ln>
        </p:spPr>
      </p:sp>
      <p:sp>
        <p:nvSpPr>
          <p:cNvPr id="251" name="Google Shape;251;p7"/>
          <p:cNvSpPr/>
          <p:nvPr/>
        </p:nvSpPr>
        <p:spPr>
          <a:xfrm>
            <a:off x="0" y="9416472"/>
            <a:ext cx="18288000" cy="870528"/>
          </a:xfrm>
          <a:custGeom>
            <a:avLst/>
            <a:gdLst/>
            <a:ahLst/>
            <a:cxnLst/>
            <a:rect l="l" t="t" r="r" b="b"/>
            <a:pathLst>
              <a:path w="18288000" h="870528" extrusionOk="0">
                <a:moveTo>
                  <a:pt x="0" y="0"/>
                </a:moveTo>
                <a:lnTo>
                  <a:pt x="18288000" y="0"/>
                </a:lnTo>
                <a:lnTo>
                  <a:pt x="18288000" y="870528"/>
                </a:lnTo>
                <a:lnTo>
                  <a:pt x="0" y="870528"/>
                </a:lnTo>
                <a:lnTo>
                  <a:pt x="0" y="0"/>
                </a:lnTo>
                <a:close/>
              </a:path>
            </a:pathLst>
          </a:custGeom>
          <a:blipFill rotWithShape="1">
            <a:blip r:embed="rId4">
              <a:alphaModFix/>
            </a:blip>
            <a:stretch>
              <a:fillRect t="-2000397"/>
            </a:stretch>
          </a:blipFill>
          <a:ln>
            <a:noFill/>
          </a:ln>
        </p:spPr>
      </p:sp>
      <p:sp>
        <p:nvSpPr>
          <p:cNvPr id="252" name="Google Shape;252;p7"/>
          <p:cNvSpPr txBox="1"/>
          <p:nvPr/>
        </p:nvSpPr>
        <p:spPr>
          <a:xfrm>
            <a:off x="4000692" y="102997"/>
            <a:ext cx="10286700" cy="932400"/>
          </a:xfrm>
          <a:prstGeom prst="rect">
            <a:avLst/>
          </a:prstGeom>
          <a:noFill/>
          <a:ln>
            <a:noFill/>
          </a:ln>
        </p:spPr>
        <p:txBody>
          <a:bodyPr spcFirstLastPara="1" wrap="square" lIns="0" tIns="0" rIns="0" bIns="0" anchor="t" anchorCtr="0">
            <a:spAutoFit/>
          </a:bodyPr>
          <a:lstStyle/>
          <a:p>
            <a:pPr marL="0" marR="0" lvl="0" indent="0" algn="ctr" rtl="0">
              <a:lnSpc>
                <a:spcPct val="93999"/>
              </a:lnSpc>
              <a:spcBef>
                <a:spcPts val="0"/>
              </a:spcBef>
              <a:spcAft>
                <a:spcPts val="0"/>
              </a:spcAft>
              <a:buNone/>
            </a:pPr>
            <a:r>
              <a:rPr lang="en-US" sz="6444">
                <a:solidFill>
                  <a:srgbClr val="15193E"/>
                </a:solidFill>
                <a:latin typeface="Merriweather Black"/>
                <a:ea typeface="Merriweather Black"/>
                <a:cs typeface="Merriweather Black"/>
                <a:sym typeface="Merriweather Black"/>
              </a:rPr>
              <a:t>DIAGRAMA LÓGICO</a:t>
            </a:r>
            <a:endParaRPr sz="6444">
              <a:solidFill>
                <a:srgbClr val="15193E"/>
              </a:solidFill>
              <a:latin typeface="Merriweather Black"/>
              <a:ea typeface="Merriweather Black"/>
              <a:cs typeface="Merriweather Black"/>
              <a:sym typeface="Merriweather Black"/>
            </a:endParaRPr>
          </a:p>
        </p:txBody>
      </p:sp>
      <p:pic>
        <p:nvPicPr>
          <p:cNvPr id="253" name="Google Shape;253;p7" title="Diagrama conceptual-Diagrama Lógico.drawio (1).png"/>
          <p:cNvPicPr preferRelativeResize="0"/>
          <p:nvPr/>
        </p:nvPicPr>
        <p:blipFill>
          <a:blip r:embed="rId5">
            <a:alphaModFix/>
          </a:blip>
          <a:stretch>
            <a:fillRect/>
          </a:stretch>
        </p:blipFill>
        <p:spPr>
          <a:xfrm>
            <a:off x="4793175" y="1109023"/>
            <a:ext cx="8701650" cy="91779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4E5EC"/>
        </a:solidFill>
        <a:effectLst/>
      </p:bgPr>
    </p:bg>
    <p:spTree>
      <p:nvGrpSpPr>
        <p:cNvPr id="1" name="Shape 257"/>
        <p:cNvGrpSpPr/>
        <p:nvPr/>
      </p:nvGrpSpPr>
      <p:grpSpPr>
        <a:xfrm>
          <a:off x="0" y="0"/>
          <a:ext cx="0" cy="0"/>
          <a:chOff x="0" y="0"/>
          <a:chExt cx="0" cy="0"/>
        </a:xfrm>
      </p:grpSpPr>
      <p:sp>
        <p:nvSpPr>
          <p:cNvPr id="258" name="Google Shape;258;p8"/>
          <p:cNvSpPr/>
          <p:nvPr/>
        </p:nvSpPr>
        <p:spPr>
          <a:xfrm>
            <a:off x="10686241" y="0"/>
            <a:ext cx="7601759" cy="10287000"/>
          </a:xfrm>
          <a:custGeom>
            <a:avLst/>
            <a:gdLst/>
            <a:ahLst/>
            <a:cxnLst/>
            <a:rect l="l" t="t" r="r" b="b"/>
            <a:pathLst>
              <a:path w="1177711" h="1593725" extrusionOk="0">
                <a:moveTo>
                  <a:pt x="0" y="0"/>
                </a:moveTo>
                <a:lnTo>
                  <a:pt x="1177711" y="0"/>
                </a:lnTo>
                <a:lnTo>
                  <a:pt x="1177711" y="1593725"/>
                </a:lnTo>
                <a:lnTo>
                  <a:pt x="0" y="1593725"/>
                </a:lnTo>
                <a:close/>
              </a:path>
            </a:pathLst>
          </a:custGeom>
          <a:blipFill rotWithShape="1">
            <a:blip r:embed="rId3">
              <a:alphaModFix/>
            </a:blip>
            <a:stretch>
              <a:fillRect l="-59446" r="-43657"/>
            </a:stretch>
          </a:blipFill>
          <a:ln>
            <a:noFill/>
          </a:ln>
        </p:spPr>
      </p:sp>
      <p:grpSp>
        <p:nvGrpSpPr>
          <p:cNvPr id="259" name="Google Shape;259;p8"/>
          <p:cNvGrpSpPr/>
          <p:nvPr/>
        </p:nvGrpSpPr>
        <p:grpSpPr>
          <a:xfrm>
            <a:off x="706728" y="2679535"/>
            <a:ext cx="9838759" cy="3857388"/>
            <a:chOff x="0" y="-38100"/>
            <a:chExt cx="2932566" cy="1149743"/>
          </a:xfrm>
        </p:grpSpPr>
        <p:sp>
          <p:nvSpPr>
            <p:cNvPr id="260" name="Google Shape;260;p8"/>
            <p:cNvSpPr/>
            <p:nvPr/>
          </p:nvSpPr>
          <p:spPr>
            <a:xfrm>
              <a:off x="0" y="0"/>
              <a:ext cx="2932566" cy="1111643"/>
            </a:xfrm>
            <a:custGeom>
              <a:avLst/>
              <a:gdLst/>
              <a:ahLst/>
              <a:cxnLst/>
              <a:rect l="l" t="t" r="r" b="b"/>
              <a:pathLst>
                <a:path w="2932566" h="1111643" extrusionOk="0">
                  <a:moveTo>
                    <a:pt x="17311" y="0"/>
                  </a:moveTo>
                  <a:lnTo>
                    <a:pt x="2915255" y="0"/>
                  </a:lnTo>
                  <a:cubicBezTo>
                    <a:pt x="2919846" y="0"/>
                    <a:pt x="2924249" y="1824"/>
                    <a:pt x="2927496" y="5070"/>
                  </a:cubicBezTo>
                  <a:cubicBezTo>
                    <a:pt x="2930742" y="8317"/>
                    <a:pt x="2932566" y="12720"/>
                    <a:pt x="2932566" y="17311"/>
                  </a:cubicBezTo>
                  <a:lnTo>
                    <a:pt x="2932566" y="1094331"/>
                  </a:lnTo>
                  <a:cubicBezTo>
                    <a:pt x="2932566" y="1098923"/>
                    <a:pt x="2930742" y="1103326"/>
                    <a:pt x="2927496" y="1106572"/>
                  </a:cubicBezTo>
                  <a:cubicBezTo>
                    <a:pt x="2924249" y="1109819"/>
                    <a:pt x="2919846" y="1111643"/>
                    <a:pt x="2915255" y="1111643"/>
                  </a:cubicBezTo>
                  <a:lnTo>
                    <a:pt x="17311" y="1111643"/>
                  </a:lnTo>
                  <a:cubicBezTo>
                    <a:pt x="12720" y="1111643"/>
                    <a:pt x="8317" y="1109819"/>
                    <a:pt x="5070" y="1106572"/>
                  </a:cubicBezTo>
                  <a:cubicBezTo>
                    <a:pt x="1824" y="1103326"/>
                    <a:pt x="0" y="1098923"/>
                    <a:pt x="0" y="1094331"/>
                  </a:cubicBezTo>
                  <a:lnTo>
                    <a:pt x="0" y="17311"/>
                  </a:lnTo>
                  <a:cubicBezTo>
                    <a:pt x="0" y="12720"/>
                    <a:pt x="1824" y="8317"/>
                    <a:pt x="5070" y="5070"/>
                  </a:cubicBezTo>
                  <a:cubicBezTo>
                    <a:pt x="8317" y="1824"/>
                    <a:pt x="12720" y="0"/>
                    <a:pt x="17311" y="0"/>
                  </a:cubicBezTo>
                  <a:close/>
                </a:path>
              </a:pathLst>
            </a:custGeom>
            <a:solidFill>
              <a:srgbClr val="5666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8"/>
            <p:cNvSpPr txBox="1"/>
            <p:nvPr/>
          </p:nvSpPr>
          <p:spPr>
            <a:xfrm>
              <a:off x="0" y="-38100"/>
              <a:ext cx="2932566" cy="1149743"/>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62" name="Google Shape;262;p8"/>
          <p:cNvSpPr/>
          <p:nvPr/>
        </p:nvSpPr>
        <p:spPr>
          <a:xfrm>
            <a:off x="-139536" y="-549566"/>
            <a:ext cx="2789693" cy="1658599"/>
          </a:xfrm>
          <a:custGeom>
            <a:avLst/>
            <a:gdLst/>
            <a:ahLst/>
            <a:cxnLst/>
            <a:rect l="l" t="t" r="r" b="b"/>
            <a:pathLst>
              <a:path w="2789693" h="1658599" extrusionOk="0">
                <a:moveTo>
                  <a:pt x="0" y="0"/>
                </a:moveTo>
                <a:lnTo>
                  <a:pt x="2789693" y="0"/>
                </a:lnTo>
                <a:lnTo>
                  <a:pt x="2789693" y="1658599"/>
                </a:lnTo>
                <a:lnTo>
                  <a:pt x="0" y="1658599"/>
                </a:lnTo>
                <a:lnTo>
                  <a:pt x="0" y="0"/>
                </a:lnTo>
                <a:close/>
              </a:path>
            </a:pathLst>
          </a:custGeom>
          <a:blipFill rotWithShape="1">
            <a:blip r:embed="rId4">
              <a:alphaModFix/>
            </a:blip>
            <a:stretch>
              <a:fillRect/>
            </a:stretch>
          </a:blipFill>
          <a:ln>
            <a:noFill/>
          </a:ln>
        </p:spPr>
      </p:sp>
      <p:sp>
        <p:nvSpPr>
          <p:cNvPr id="263" name="Google Shape;263;p8"/>
          <p:cNvSpPr/>
          <p:nvPr/>
        </p:nvSpPr>
        <p:spPr>
          <a:xfrm>
            <a:off x="-1214315" y="479227"/>
            <a:ext cx="2789693" cy="1658599"/>
          </a:xfrm>
          <a:custGeom>
            <a:avLst/>
            <a:gdLst/>
            <a:ahLst/>
            <a:cxnLst/>
            <a:rect l="l" t="t" r="r" b="b"/>
            <a:pathLst>
              <a:path w="2789693" h="1658599" extrusionOk="0">
                <a:moveTo>
                  <a:pt x="0" y="0"/>
                </a:moveTo>
                <a:lnTo>
                  <a:pt x="2789693" y="0"/>
                </a:lnTo>
                <a:lnTo>
                  <a:pt x="2789693" y="1658599"/>
                </a:lnTo>
                <a:lnTo>
                  <a:pt x="0" y="1658599"/>
                </a:lnTo>
                <a:lnTo>
                  <a:pt x="0" y="0"/>
                </a:lnTo>
                <a:close/>
              </a:path>
            </a:pathLst>
          </a:custGeom>
          <a:blipFill rotWithShape="1">
            <a:blip r:embed="rId4">
              <a:alphaModFix/>
            </a:blip>
            <a:stretch>
              <a:fillRect/>
            </a:stretch>
          </a:blipFill>
          <a:ln>
            <a:noFill/>
          </a:ln>
        </p:spPr>
      </p:sp>
      <p:sp>
        <p:nvSpPr>
          <p:cNvPr id="264" name="Google Shape;264;p8"/>
          <p:cNvSpPr/>
          <p:nvPr/>
        </p:nvSpPr>
        <p:spPr>
          <a:xfrm>
            <a:off x="-1000792" y="-422617"/>
            <a:ext cx="2362646" cy="1404701"/>
          </a:xfrm>
          <a:custGeom>
            <a:avLst/>
            <a:gdLst/>
            <a:ahLst/>
            <a:cxnLst/>
            <a:rect l="l" t="t" r="r" b="b"/>
            <a:pathLst>
              <a:path w="2362646" h="1404701" extrusionOk="0">
                <a:moveTo>
                  <a:pt x="0" y="0"/>
                </a:moveTo>
                <a:lnTo>
                  <a:pt x="2362647" y="0"/>
                </a:lnTo>
                <a:lnTo>
                  <a:pt x="2362647" y="1404701"/>
                </a:lnTo>
                <a:lnTo>
                  <a:pt x="0" y="1404701"/>
                </a:lnTo>
                <a:lnTo>
                  <a:pt x="0" y="0"/>
                </a:lnTo>
                <a:close/>
              </a:path>
            </a:pathLst>
          </a:custGeom>
          <a:blipFill rotWithShape="1">
            <a:blip r:embed="rId4">
              <a:alphaModFix/>
            </a:blip>
            <a:stretch>
              <a:fillRect/>
            </a:stretch>
          </a:blipFill>
          <a:ln>
            <a:noFill/>
          </a:ln>
        </p:spPr>
      </p:sp>
      <p:sp>
        <p:nvSpPr>
          <p:cNvPr id="265" name="Google Shape;265;p8"/>
          <p:cNvSpPr/>
          <p:nvPr/>
        </p:nvSpPr>
        <p:spPr>
          <a:xfrm rot="10800000" flipH="1">
            <a:off x="-139536" y="9177967"/>
            <a:ext cx="2789693" cy="1658599"/>
          </a:xfrm>
          <a:custGeom>
            <a:avLst/>
            <a:gdLst/>
            <a:ahLst/>
            <a:cxnLst/>
            <a:rect l="l" t="t" r="r" b="b"/>
            <a:pathLst>
              <a:path w="2789693" h="1658599" extrusionOk="0">
                <a:moveTo>
                  <a:pt x="0" y="1658599"/>
                </a:moveTo>
                <a:lnTo>
                  <a:pt x="2789693" y="1658599"/>
                </a:lnTo>
                <a:lnTo>
                  <a:pt x="2789693" y="0"/>
                </a:lnTo>
                <a:lnTo>
                  <a:pt x="0" y="0"/>
                </a:lnTo>
                <a:lnTo>
                  <a:pt x="0" y="1658599"/>
                </a:lnTo>
                <a:close/>
              </a:path>
            </a:pathLst>
          </a:custGeom>
          <a:blipFill rotWithShape="1">
            <a:blip r:embed="rId4">
              <a:alphaModFix/>
            </a:blip>
            <a:stretch>
              <a:fillRect/>
            </a:stretch>
          </a:blipFill>
          <a:ln>
            <a:noFill/>
          </a:ln>
        </p:spPr>
      </p:sp>
      <p:sp>
        <p:nvSpPr>
          <p:cNvPr id="266" name="Google Shape;266;p8"/>
          <p:cNvSpPr/>
          <p:nvPr/>
        </p:nvSpPr>
        <p:spPr>
          <a:xfrm rot="10800000" flipH="1">
            <a:off x="-1214315" y="8234368"/>
            <a:ext cx="2789693" cy="1658599"/>
          </a:xfrm>
          <a:custGeom>
            <a:avLst/>
            <a:gdLst/>
            <a:ahLst/>
            <a:cxnLst/>
            <a:rect l="l" t="t" r="r" b="b"/>
            <a:pathLst>
              <a:path w="2789693" h="1658599" extrusionOk="0">
                <a:moveTo>
                  <a:pt x="0" y="1658599"/>
                </a:moveTo>
                <a:lnTo>
                  <a:pt x="2789693" y="1658599"/>
                </a:lnTo>
                <a:lnTo>
                  <a:pt x="2789693" y="0"/>
                </a:lnTo>
                <a:lnTo>
                  <a:pt x="0" y="0"/>
                </a:lnTo>
                <a:lnTo>
                  <a:pt x="0" y="1658599"/>
                </a:lnTo>
                <a:close/>
              </a:path>
            </a:pathLst>
          </a:custGeom>
          <a:blipFill rotWithShape="1">
            <a:blip r:embed="rId4">
              <a:alphaModFix/>
            </a:blip>
            <a:stretch>
              <a:fillRect/>
            </a:stretch>
          </a:blipFill>
          <a:ln>
            <a:noFill/>
          </a:ln>
        </p:spPr>
      </p:sp>
      <p:sp>
        <p:nvSpPr>
          <p:cNvPr id="267" name="Google Shape;267;p8"/>
          <p:cNvSpPr/>
          <p:nvPr/>
        </p:nvSpPr>
        <p:spPr>
          <a:xfrm rot="10800000" flipH="1">
            <a:off x="-1000792" y="9238143"/>
            <a:ext cx="2362646" cy="1404701"/>
          </a:xfrm>
          <a:custGeom>
            <a:avLst/>
            <a:gdLst/>
            <a:ahLst/>
            <a:cxnLst/>
            <a:rect l="l" t="t" r="r" b="b"/>
            <a:pathLst>
              <a:path w="2362646" h="1404701" extrusionOk="0">
                <a:moveTo>
                  <a:pt x="0" y="1404701"/>
                </a:moveTo>
                <a:lnTo>
                  <a:pt x="2362647" y="1404701"/>
                </a:lnTo>
                <a:lnTo>
                  <a:pt x="2362647" y="0"/>
                </a:lnTo>
                <a:lnTo>
                  <a:pt x="0" y="0"/>
                </a:lnTo>
                <a:lnTo>
                  <a:pt x="0" y="1404701"/>
                </a:lnTo>
                <a:close/>
              </a:path>
            </a:pathLst>
          </a:custGeom>
          <a:blipFill rotWithShape="1">
            <a:blip r:embed="rId4">
              <a:alphaModFix/>
            </a:blip>
            <a:stretch>
              <a:fillRect/>
            </a:stretch>
          </a:blipFill>
          <a:ln>
            <a:noFill/>
          </a:ln>
        </p:spPr>
      </p:sp>
      <p:sp>
        <p:nvSpPr>
          <p:cNvPr id="268" name="Google Shape;268;p8"/>
          <p:cNvSpPr txBox="1"/>
          <p:nvPr/>
        </p:nvSpPr>
        <p:spPr>
          <a:xfrm>
            <a:off x="3156913" y="479225"/>
            <a:ext cx="5947800" cy="932400"/>
          </a:xfrm>
          <a:prstGeom prst="rect">
            <a:avLst/>
          </a:prstGeom>
          <a:noFill/>
          <a:ln>
            <a:noFill/>
          </a:ln>
        </p:spPr>
        <p:txBody>
          <a:bodyPr spcFirstLastPara="1" wrap="square" lIns="0" tIns="0" rIns="0" bIns="0" anchor="t" anchorCtr="0">
            <a:spAutoFit/>
          </a:bodyPr>
          <a:lstStyle/>
          <a:p>
            <a:pPr marL="0" marR="0" lvl="0" indent="0" algn="l" rtl="0">
              <a:lnSpc>
                <a:spcPct val="93999"/>
              </a:lnSpc>
              <a:spcBef>
                <a:spcPts val="0"/>
              </a:spcBef>
              <a:spcAft>
                <a:spcPts val="0"/>
              </a:spcAft>
              <a:buNone/>
            </a:pPr>
            <a:r>
              <a:rPr lang="en-US" sz="6444">
                <a:solidFill>
                  <a:srgbClr val="15193E"/>
                </a:solidFill>
                <a:latin typeface="Merriweather Black"/>
                <a:ea typeface="Merriweather Black"/>
                <a:cs typeface="Merriweather Black"/>
                <a:sym typeface="Merriweather Black"/>
              </a:rPr>
              <a:t>CONCLUISIÓN</a:t>
            </a:r>
            <a:endParaRPr/>
          </a:p>
        </p:txBody>
      </p:sp>
      <p:sp>
        <p:nvSpPr>
          <p:cNvPr id="269" name="Google Shape;269;p8"/>
          <p:cNvSpPr txBox="1"/>
          <p:nvPr/>
        </p:nvSpPr>
        <p:spPr>
          <a:xfrm>
            <a:off x="1262575" y="3225020"/>
            <a:ext cx="9282900" cy="3029100"/>
          </a:xfrm>
          <a:prstGeom prst="rect">
            <a:avLst/>
          </a:prstGeom>
          <a:noFill/>
          <a:ln>
            <a:noFill/>
          </a:ln>
        </p:spPr>
        <p:txBody>
          <a:bodyPr spcFirstLastPara="1" wrap="square" lIns="0" tIns="0" rIns="0" bIns="0" anchor="t" anchorCtr="0">
            <a:spAutoFit/>
          </a:bodyPr>
          <a:lstStyle/>
          <a:p>
            <a:pPr marL="457200" marR="0" lvl="0" indent="-381000" algn="l" rtl="0">
              <a:lnSpc>
                <a:spcPct val="120000"/>
              </a:lnSpc>
              <a:spcBef>
                <a:spcPts val="0"/>
              </a:spcBef>
              <a:spcAft>
                <a:spcPts val="0"/>
              </a:spcAft>
              <a:buClr>
                <a:schemeClr val="lt1"/>
              </a:buClr>
              <a:buSzPts val="2400"/>
              <a:buChar char="●"/>
            </a:pPr>
            <a:r>
              <a:rPr lang="en-US" sz="2400">
                <a:solidFill>
                  <a:schemeClr val="lt1"/>
                </a:solidFill>
              </a:rPr>
              <a:t>Centralización y organización de la información clave de existencias, compras y ventas en el Data Warehouse.</a:t>
            </a:r>
            <a:endParaRPr sz="2400">
              <a:solidFill>
                <a:schemeClr val="lt1"/>
              </a:solidFill>
            </a:endParaRPr>
          </a:p>
          <a:p>
            <a:pPr marL="457200" marR="0" lvl="0" indent="0" algn="l" rtl="0">
              <a:lnSpc>
                <a:spcPct val="120000"/>
              </a:lnSpc>
              <a:spcBef>
                <a:spcPts val="0"/>
              </a:spcBef>
              <a:spcAft>
                <a:spcPts val="0"/>
              </a:spcAft>
              <a:buNone/>
            </a:pPr>
            <a:endParaRPr sz="2400">
              <a:solidFill>
                <a:schemeClr val="lt1"/>
              </a:solidFill>
            </a:endParaRPr>
          </a:p>
          <a:p>
            <a:pPr marL="457200" marR="0" lvl="0" indent="-381000" algn="l" rtl="0">
              <a:lnSpc>
                <a:spcPct val="120000"/>
              </a:lnSpc>
              <a:spcBef>
                <a:spcPts val="0"/>
              </a:spcBef>
              <a:spcAft>
                <a:spcPts val="0"/>
              </a:spcAft>
              <a:buClr>
                <a:schemeClr val="lt1"/>
              </a:buClr>
              <a:buSzPts val="2400"/>
              <a:buChar char="●"/>
            </a:pPr>
            <a:r>
              <a:rPr lang="en-US" sz="2400">
                <a:solidFill>
                  <a:schemeClr val="lt1"/>
                </a:solidFill>
              </a:rPr>
              <a:t>Permitir la posibilidad de aplicar operaciones analíticas como la agregación, la exploración a diferentes niveles de detalle para poder tomar decisiones de negocio con gran impacto en la gestión del stock.</a:t>
            </a:r>
            <a:endParaRPr sz="2400">
              <a:solidFill>
                <a:schemeClr val="lt1"/>
              </a:solidFill>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461</Words>
  <Application>Microsoft Office PowerPoint</Application>
  <PresentationFormat>Personalizado</PresentationFormat>
  <Paragraphs>61</Paragraphs>
  <Slides>10</Slides>
  <Notes>10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10</vt:i4>
      </vt:variant>
    </vt:vector>
  </HeadingPairs>
  <TitlesOfParts>
    <vt:vector size="15" baseType="lpstr">
      <vt:lpstr>Ultra</vt:lpstr>
      <vt:lpstr>Calibri</vt:lpstr>
      <vt:lpstr>Arial</vt:lpstr>
      <vt:lpstr>Merriweather Black</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Santiago Nieto</cp:lastModifiedBy>
  <cp:revision>1</cp:revision>
  <dcterms:created xsi:type="dcterms:W3CDTF">2006-08-16T00:00:00Z</dcterms:created>
  <dcterms:modified xsi:type="dcterms:W3CDTF">2025-05-20T20:29:53Z</dcterms:modified>
</cp:coreProperties>
</file>